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9" r:id="rId4"/>
    <p:sldId id="257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59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34B7CA-283C-43F6-9BA2-532992665645}" type="doc">
      <dgm:prSet loTypeId="urn:microsoft.com/office/officeart/2008/layout/LinedList" loCatId="hierarchy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9DB481B8-0F45-47AD-B1ED-A0335FF023FC}">
      <dgm:prSet phldrT="[텍스트]"/>
      <dgm:spPr/>
      <dgm:t>
        <a:bodyPr/>
        <a:lstStyle/>
        <a:p>
          <a:pPr latinLnBrk="1"/>
          <a:r>
            <a:rPr lang="en-US" altLang="ko-KR" dirty="0"/>
            <a:t>Cons</a:t>
          </a:r>
          <a:endParaRPr lang="ko-KR" altLang="en-US" dirty="0"/>
        </a:p>
      </dgm:t>
    </dgm:pt>
    <dgm:pt modelId="{42B19744-AEDB-4646-B75C-966A02381590}" type="parTrans" cxnId="{915378EE-BC4E-43B3-BAE4-49203C3F3C3F}">
      <dgm:prSet/>
      <dgm:spPr/>
      <dgm:t>
        <a:bodyPr/>
        <a:lstStyle/>
        <a:p>
          <a:pPr latinLnBrk="1"/>
          <a:endParaRPr lang="ko-KR" altLang="en-US"/>
        </a:p>
      </dgm:t>
    </dgm:pt>
    <dgm:pt modelId="{1E605B50-8EEC-4BEA-9509-27F2B02F9327}" type="sibTrans" cxnId="{915378EE-BC4E-43B3-BAE4-49203C3F3C3F}">
      <dgm:prSet/>
      <dgm:spPr/>
      <dgm:t>
        <a:bodyPr/>
        <a:lstStyle/>
        <a:p>
          <a:pPr latinLnBrk="1"/>
          <a:endParaRPr lang="ko-KR" altLang="en-US"/>
        </a:p>
      </dgm:t>
    </dgm:pt>
    <dgm:pt modelId="{E8260E65-D35A-4F77-883B-BC69F2E10FF7}">
      <dgm:prSet phldrT="[텍스트]"/>
      <dgm:spPr/>
      <dgm:t>
        <a:bodyPr/>
        <a:lstStyle/>
        <a:p>
          <a:pPr latinLnBrk="1"/>
          <a:r>
            <a:rPr lang="en-US" altLang="ko-KR" dirty="0"/>
            <a:t>Customer</a:t>
          </a:r>
          <a:endParaRPr lang="ko-KR" altLang="en-US" dirty="0"/>
        </a:p>
      </dgm:t>
    </dgm:pt>
    <dgm:pt modelId="{94E37D90-93E3-4619-A1BF-86738D247D7B}" type="parTrans" cxnId="{CDA927B2-AC05-40A7-9C11-8721F045C97C}">
      <dgm:prSet/>
      <dgm:spPr/>
      <dgm:t>
        <a:bodyPr/>
        <a:lstStyle/>
        <a:p>
          <a:pPr latinLnBrk="1"/>
          <a:endParaRPr lang="ko-KR" altLang="en-US"/>
        </a:p>
      </dgm:t>
    </dgm:pt>
    <dgm:pt modelId="{719CE23E-FFD9-43CF-B7E0-FB7A5718E0D2}" type="sibTrans" cxnId="{CDA927B2-AC05-40A7-9C11-8721F045C97C}">
      <dgm:prSet/>
      <dgm:spPr/>
      <dgm:t>
        <a:bodyPr/>
        <a:lstStyle/>
        <a:p>
          <a:pPr latinLnBrk="1"/>
          <a:endParaRPr lang="ko-KR" altLang="en-US"/>
        </a:p>
      </dgm:t>
    </dgm:pt>
    <dgm:pt modelId="{7E991041-11B9-47D7-A571-D7E1285F1514}">
      <dgm:prSet phldrT="[텍스트]"/>
      <dgm:spPr/>
      <dgm:t>
        <a:bodyPr/>
        <a:lstStyle/>
        <a:p>
          <a:pPr latinLnBrk="1"/>
          <a:r>
            <a:rPr lang="en-US" altLang="ko-KR" dirty="0"/>
            <a:t>Input</a:t>
          </a:r>
          <a:endParaRPr lang="ko-KR" altLang="en-US" dirty="0"/>
        </a:p>
      </dgm:t>
    </dgm:pt>
    <dgm:pt modelId="{34589BA0-6D95-4826-9371-330242A63CE1}" type="parTrans" cxnId="{1A697B74-1A76-4EA2-95A6-6962179B8C8F}">
      <dgm:prSet/>
      <dgm:spPr/>
      <dgm:t>
        <a:bodyPr/>
        <a:lstStyle/>
        <a:p>
          <a:pPr latinLnBrk="1"/>
          <a:endParaRPr lang="ko-KR" altLang="en-US"/>
        </a:p>
      </dgm:t>
    </dgm:pt>
    <dgm:pt modelId="{D12133B5-603D-46A4-AAB2-3A8D70D008C1}" type="sibTrans" cxnId="{1A697B74-1A76-4EA2-95A6-6962179B8C8F}">
      <dgm:prSet/>
      <dgm:spPr/>
      <dgm:t>
        <a:bodyPr/>
        <a:lstStyle/>
        <a:p>
          <a:pPr latinLnBrk="1"/>
          <a:endParaRPr lang="ko-KR" altLang="en-US"/>
        </a:p>
      </dgm:t>
    </dgm:pt>
    <dgm:pt modelId="{3BF18C73-31B4-45EE-8DB3-A62BE90C5837}">
      <dgm:prSet phldrT="[텍스트]"/>
      <dgm:spPr/>
      <dgm:t>
        <a:bodyPr/>
        <a:lstStyle/>
        <a:p>
          <a:pPr latinLnBrk="1"/>
          <a:r>
            <a:rPr lang="en-US" altLang="ko-KR" dirty="0"/>
            <a:t>Output</a:t>
          </a:r>
          <a:endParaRPr lang="ko-KR" altLang="en-US" dirty="0"/>
        </a:p>
      </dgm:t>
    </dgm:pt>
    <dgm:pt modelId="{9C535CAD-9355-4574-8F4E-52402AF8CDB9}" type="parTrans" cxnId="{C812041F-A6F0-444F-82CD-B59EFFE215F7}">
      <dgm:prSet/>
      <dgm:spPr/>
      <dgm:t>
        <a:bodyPr/>
        <a:lstStyle/>
        <a:p>
          <a:pPr latinLnBrk="1"/>
          <a:endParaRPr lang="ko-KR" altLang="en-US"/>
        </a:p>
      </dgm:t>
    </dgm:pt>
    <dgm:pt modelId="{E550494B-DFEA-47E2-83B4-D23BBF1146A3}" type="sibTrans" cxnId="{C812041F-A6F0-444F-82CD-B59EFFE215F7}">
      <dgm:prSet/>
      <dgm:spPr/>
      <dgm:t>
        <a:bodyPr/>
        <a:lstStyle/>
        <a:p>
          <a:pPr latinLnBrk="1"/>
          <a:endParaRPr lang="ko-KR" altLang="en-US"/>
        </a:p>
      </dgm:t>
    </dgm:pt>
    <dgm:pt modelId="{F968EA6E-E67C-4A74-9582-B91D341407A0}">
      <dgm:prSet phldrT="[텍스트]"/>
      <dgm:spPr/>
      <dgm:t>
        <a:bodyPr/>
        <a:lstStyle/>
        <a:p>
          <a:pPr latinLnBrk="1"/>
          <a:r>
            <a:rPr lang="en-US" altLang="ko-KR" dirty="0"/>
            <a:t>Ticket</a:t>
          </a:r>
          <a:endParaRPr lang="ko-KR" altLang="en-US" dirty="0"/>
        </a:p>
      </dgm:t>
    </dgm:pt>
    <dgm:pt modelId="{44C8058C-CE4F-4AAD-AA24-838ED11BAF23}" type="parTrans" cxnId="{E1A1E620-2640-497A-A6A8-93D2891BE146}">
      <dgm:prSet/>
      <dgm:spPr/>
      <dgm:t>
        <a:bodyPr/>
        <a:lstStyle/>
        <a:p>
          <a:pPr latinLnBrk="1"/>
          <a:endParaRPr lang="ko-KR" altLang="en-US"/>
        </a:p>
      </dgm:t>
    </dgm:pt>
    <dgm:pt modelId="{E6FAD739-655A-4F63-9639-16E26CFC4078}" type="sibTrans" cxnId="{E1A1E620-2640-497A-A6A8-93D2891BE146}">
      <dgm:prSet/>
      <dgm:spPr/>
      <dgm:t>
        <a:bodyPr/>
        <a:lstStyle/>
        <a:p>
          <a:pPr latinLnBrk="1"/>
          <a:endParaRPr lang="ko-KR" altLang="en-US"/>
        </a:p>
      </dgm:t>
    </dgm:pt>
    <dgm:pt modelId="{4ED57B91-E38F-4380-949F-FBAB76F0C623}">
      <dgm:prSet phldrT="[텍스트]"/>
      <dgm:spPr/>
      <dgm:t>
        <a:bodyPr/>
        <a:lstStyle/>
        <a:p>
          <a:pPr latinLnBrk="1"/>
          <a:r>
            <a:rPr lang="en-US" altLang="ko-KR" dirty="0"/>
            <a:t>Constant values</a:t>
          </a:r>
          <a:endParaRPr lang="ko-KR" altLang="en-US" dirty="0"/>
        </a:p>
      </dgm:t>
    </dgm:pt>
    <dgm:pt modelId="{FB571A5E-5827-4DA5-982D-EACF5F400A8B}" type="parTrans" cxnId="{A0B9E5F8-B802-4B6E-9EF6-5107D59039F1}">
      <dgm:prSet/>
      <dgm:spPr/>
      <dgm:t>
        <a:bodyPr/>
        <a:lstStyle/>
        <a:p>
          <a:pPr latinLnBrk="1"/>
          <a:endParaRPr lang="ko-KR" altLang="en-US"/>
        </a:p>
      </dgm:t>
    </dgm:pt>
    <dgm:pt modelId="{D14E9A99-EDCE-438F-BB14-671D58E40503}" type="sibTrans" cxnId="{A0B9E5F8-B802-4B6E-9EF6-5107D59039F1}">
      <dgm:prSet/>
      <dgm:spPr/>
      <dgm:t>
        <a:bodyPr/>
        <a:lstStyle/>
        <a:p>
          <a:pPr latinLnBrk="1"/>
          <a:endParaRPr lang="ko-KR" altLang="en-US"/>
        </a:p>
      </dgm:t>
    </dgm:pt>
    <dgm:pt modelId="{86B1C60F-6059-40F7-8B55-CCA02994F815}">
      <dgm:prSet phldrT="[텍스트]"/>
      <dgm:spPr/>
      <dgm:t>
        <a:bodyPr/>
        <a:lstStyle/>
        <a:p>
          <a:pPr latinLnBrk="1"/>
          <a:r>
            <a:rPr lang="en-US" altLang="ko-KR" dirty="0"/>
            <a:t>Object that have data of single order</a:t>
          </a:r>
          <a:endParaRPr lang="ko-KR" altLang="en-US" dirty="0"/>
        </a:p>
      </dgm:t>
    </dgm:pt>
    <dgm:pt modelId="{F67C8CE2-E7AE-4718-85A8-FD7496545CDC}" type="parTrans" cxnId="{13C5D960-4994-4ECC-87EC-F29B38272AF6}">
      <dgm:prSet/>
      <dgm:spPr/>
      <dgm:t>
        <a:bodyPr/>
        <a:lstStyle/>
        <a:p>
          <a:pPr latinLnBrk="1"/>
          <a:endParaRPr lang="ko-KR" altLang="en-US"/>
        </a:p>
      </dgm:t>
    </dgm:pt>
    <dgm:pt modelId="{C5ECD08D-0C11-42B7-9AB8-D3F0C49CAD66}" type="sibTrans" cxnId="{13C5D960-4994-4ECC-87EC-F29B38272AF6}">
      <dgm:prSet/>
      <dgm:spPr/>
      <dgm:t>
        <a:bodyPr/>
        <a:lstStyle/>
        <a:p>
          <a:pPr latinLnBrk="1"/>
          <a:endParaRPr lang="ko-KR" altLang="en-US"/>
        </a:p>
      </dgm:t>
    </dgm:pt>
    <dgm:pt modelId="{6E92CD32-6E43-47BC-8437-BD84A0EFC09F}">
      <dgm:prSet phldrT="[텍스트]"/>
      <dgm:spPr/>
      <dgm:t>
        <a:bodyPr/>
        <a:lstStyle/>
        <a:p>
          <a:pPr latinLnBrk="1"/>
          <a:r>
            <a:rPr lang="en-US" altLang="ko-KR" dirty="0"/>
            <a:t>Use to get data from console</a:t>
          </a:r>
          <a:endParaRPr lang="ko-KR" altLang="en-US" dirty="0"/>
        </a:p>
      </dgm:t>
    </dgm:pt>
    <dgm:pt modelId="{C3F9EC3A-0B6E-4D27-95A3-E12C38D46E53}" type="parTrans" cxnId="{CAD26D7B-23F7-4C7E-933B-00A72EE2F5F3}">
      <dgm:prSet/>
      <dgm:spPr/>
      <dgm:t>
        <a:bodyPr/>
        <a:lstStyle/>
        <a:p>
          <a:pPr latinLnBrk="1"/>
          <a:endParaRPr lang="ko-KR" altLang="en-US"/>
        </a:p>
      </dgm:t>
    </dgm:pt>
    <dgm:pt modelId="{EDB6D095-5A75-4203-821D-F2493FF21C97}" type="sibTrans" cxnId="{CAD26D7B-23F7-4C7E-933B-00A72EE2F5F3}">
      <dgm:prSet/>
      <dgm:spPr/>
      <dgm:t>
        <a:bodyPr/>
        <a:lstStyle/>
        <a:p>
          <a:pPr latinLnBrk="1"/>
          <a:endParaRPr lang="ko-KR" altLang="en-US"/>
        </a:p>
      </dgm:t>
    </dgm:pt>
    <dgm:pt modelId="{E1ABB8C0-FE94-4A66-BCAE-2A6B239288F5}">
      <dgm:prSet phldrT="[텍스트]"/>
      <dgm:spPr/>
      <dgm:t>
        <a:bodyPr/>
        <a:lstStyle/>
        <a:p>
          <a:pPr latinLnBrk="1"/>
          <a:r>
            <a:rPr lang="en-US" altLang="ko-KR" dirty="0"/>
            <a:t>Use to print data to console and csv file</a:t>
          </a:r>
          <a:endParaRPr lang="ko-KR" altLang="en-US" dirty="0"/>
        </a:p>
      </dgm:t>
    </dgm:pt>
    <dgm:pt modelId="{3D0447CC-79E1-485F-8C4A-A7874EA456B2}" type="parTrans" cxnId="{49B25E25-F3C5-4362-9486-62DA9DCD6D3C}">
      <dgm:prSet/>
      <dgm:spPr/>
      <dgm:t>
        <a:bodyPr/>
        <a:lstStyle/>
        <a:p>
          <a:pPr latinLnBrk="1"/>
          <a:endParaRPr lang="ko-KR" altLang="en-US"/>
        </a:p>
      </dgm:t>
    </dgm:pt>
    <dgm:pt modelId="{EA5E513F-08E3-485B-B359-2D37FDAEDBD6}" type="sibTrans" cxnId="{49B25E25-F3C5-4362-9486-62DA9DCD6D3C}">
      <dgm:prSet/>
      <dgm:spPr/>
      <dgm:t>
        <a:bodyPr/>
        <a:lstStyle/>
        <a:p>
          <a:pPr latinLnBrk="1"/>
          <a:endParaRPr lang="ko-KR" altLang="en-US"/>
        </a:p>
      </dgm:t>
    </dgm:pt>
    <dgm:pt modelId="{FD2895E7-F5C6-4FDC-BE3F-6A1C9F0F9563}">
      <dgm:prSet phldrT="[텍스트]"/>
      <dgm:spPr/>
      <dgm:t>
        <a:bodyPr/>
        <a:lstStyle/>
        <a:p>
          <a:pPr latinLnBrk="1"/>
          <a:r>
            <a:rPr lang="en-US" altLang="ko-KR" dirty="0"/>
            <a:t>Work purchase process</a:t>
          </a:r>
          <a:endParaRPr lang="ko-KR" altLang="en-US" dirty="0"/>
        </a:p>
      </dgm:t>
    </dgm:pt>
    <dgm:pt modelId="{B7493E09-9987-4824-A1AB-7F908A62ABD1}" type="parTrans" cxnId="{B6AA8D76-EF48-4B4D-868A-29731929F5BD}">
      <dgm:prSet/>
      <dgm:spPr/>
      <dgm:t>
        <a:bodyPr/>
        <a:lstStyle/>
        <a:p>
          <a:pPr latinLnBrk="1"/>
          <a:endParaRPr lang="ko-KR" altLang="en-US"/>
        </a:p>
      </dgm:t>
    </dgm:pt>
    <dgm:pt modelId="{81E66489-BF89-4C64-94C6-83480E4B25B0}" type="sibTrans" cxnId="{B6AA8D76-EF48-4B4D-868A-29731929F5BD}">
      <dgm:prSet/>
      <dgm:spPr/>
      <dgm:t>
        <a:bodyPr/>
        <a:lstStyle/>
        <a:p>
          <a:pPr latinLnBrk="1"/>
          <a:endParaRPr lang="ko-KR" altLang="en-US"/>
        </a:p>
      </dgm:t>
    </dgm:pt>
    <dgm:pt modelId="{10E7B595-2487-4E73-AD1F-F9A0DB0C1F1A}" type="pres">
      <dgm:prSet presAssocID="{DD34B7CA-283C-43F6-9BA2-532992665645}" presName="vert0" presStyleCnt="0">
        <dgm:presLayoutVars>
          <dgm:dir/>
          <dgm:animOne val="branch"/>
          <dgm:animLvl val="lvl"/>
        </dgm:presLayoutVars>
      </dgm:prSet>
      <dgm:spPr/>
    </dgm:pt>
    <dgm:pt modelId="{8680FEDB-CBF7-4BC8-B102-B59240FB2A68}" type="pres">
      <dgm:prSet presAssocID="{9DB481B8-0F45-47AD-B1ED-A0335FF023FC}" presName="thickLine" presStyleLbl="alignNode1" presStyleIdx="0" presStyleCnt="5"/>
      <dgm:spPr/>
    </dgm:pt>
    <dgm:pt modelId="{B4F6DB64-D1B8-4FD3-A27D-DAAF57F3A584}" type="pres">
      <dgm:prSet presAssocID="{9DB481B8-0F45-47AD-B1ED-A0335FF023FC}" presName="horz1" presStyleCnt="0"/>
      <dgm:spPr/>
    </dgm:pt>
    <dgm:pt modelId="{3C7D5EDA-3AE7-4103-972C-75D81F42A70F}" type="pres">
      <dgm:prSet presAssocID="{9DB481B8-0F45-47AD-B1ED-A0335FF023FC}" presName="tx1" presStyleLbl="revTx" presStyleIdx="0" presStyleCnt="10"/>
      <dgm:spPr/>
    </dgm:pt>
    <dgm:pt modelId="{65A5EB74-75DE-4BE9-8DF6-20712F99A626}" type="pres">
      <dgm:prSet presAssocID="{9DB481B8-0F45-47AD-B1ED-A0335FF023FC}" presName="vert1" presStyleCnt="0"/>
      <dgm:spPr/>
    </dgm:pt>
    <dgm:pt modelId="{ABF829F9-98ED-450F-ABA6-D05FC5B2FD14}" type="pres">
      <dgm:prSet presAssocID="{4ED57B91-E38F-4380-949F-FBAB76F0C623}" presName="vertSpace2a" presStyleCnt="0"/>
      <dgm:spPr/>
    </dgm:pt>
    <dgm:pt modelId="{8F1D2FA5-9941-4C22-9B7D-AE9C47E36D31}" type="pres">
      <dgm:prSet presAssocID="{4ED57B91-E38F-4380-949F-FBAB76F0C623}" presName="horz2" presStyleCnt="0"/>
      <dgm:spPr/>
    </dgm:pt>
    <dgm:pt modelId="{37C67DF6-B6BD-4CE8-9798-93CA641057A3}" type="pres">
      <dgm:prSet presAssocID="{4ED57B91-E38F-4380-949F-FBAB76F0C623}" presName="horzSpace2" presStyleCnt="0"/>
      <dgm:spPr/>
    </dgm:pt>
    <dgm:pt modelId="{39510078-7D2E-4FF4-BCCC-4430F674FA7F}" type="pres">
      <dgm:prSet presAssocID="{4ED57B91-E38F-4380-949F-FBAB76F0C623}" presName="tx2" presStyleLbl="revTx" presStyleIdx="1" presStyleCnt="10"/>
      <dgm:spPr/>
    </dgm:pt>
    <dgm:pt modelId="{2BAC6AA7-EE52-45F4-BF23-D435E19D54A7}" type="pres">
      <dgm:prSet presAssocID="{4ED57B91-E38F-4380-949F-FBAB76F0C623}" presName="vert2" presStyleCnt="0"/>
      <dgm:spPr/>
    </dgm:pt>
    <dgm:pt modelId="{C32E9831-4BE0-4C95-842F-E656D44DA9D2}" type="pres">
      <dgm:prSet presAssocID="{4ED57B91-E38F-4380-949F-FBAB76F0C623}" presName="thinLine2b" presStyleLbl="callout" presStyleIdx="0" presStyleCnt="5"/>
      <dgm:spPr/>
    </dgm:pt>
    <dgm:pt modelId="{9F648020-BD8F-4752-9F50-05F7A06E380D}" type="pres">
      <dgm:prSet presAssocID="{4ED57B91-E38F-4380-949F-FBAB76F0C623}" presName="vertSpace2b" presStyleCnt="0"/>
      <dgm:spPr/>
    </dgm:pt>
    <dgm:pt modelId="{95A8C8D6-BF46-4D7E-AB4D-DD44C1609A3D}" type="pres">
      <dgm:prSet presAssocID="{E8260E65-D35A-4F77-883B-BC69F2E10FF7}" presName="thickLine" presStyleLbl="alignNode1" presStyleIdx="1" presStyleCnt="5"/>
      <dgm:spPr/>
    </dgm:pt>
    <dgm:pt modelId="{5DA9B72D-C875-4131-B7AA-1A806C6ABDC3}" type="pres">
      <dgm:prSet presAssocID="{E8260E65-D35A-4F77-883B-BC69F2E10FF7}" presName="horz1" presStyleCnt="0"/>
      <dgm:spPr/>
    </dgm:pt>
    <dgm:pt modelId="{CA1EBBE9-0C78-428E-B9F7-1B7CF553238D}" type="pres">
      <dgm:prSet presAssocID="{E8260E65-D35A-4F77-883B-BC69F2E10FF7}" presName="tx1" presStyleLbl="revTx" presStyleIdx="2" presStyleCnt="10"/>
      <dgm:spPr/>
    </dgm:pt>
    <dgm:pt modelId="{4126A7F5-17E4-473A-A0B2-1E7D67A3A7EC}" type="pres">
      <dgm:prSet presAssocID="{E8260E65-D35A-4F77-883B-BC69F2E10FF7}" presName="vert1" presStyleCnt="0"/>
      <dgm:spPr/>
    </dgm:pt>
    <dgm:pt modelId="{203E9BA5-F6AE-4C04-BD3C-B7C88012BC9A}" type="pres">
      <dgm:prSet presAssocID="{86B1C60F-6059-40F7-8B55-CCA02994F815}" presName="vertSpace2a" presStyleCnt="0"/>
      <dgm:spPr/>
    </dgm:pt>
    <dgm:pt modelId="{54CD4626-059B-4C30-B62D-C4DFE110BD21}" type="pres">
      <dgm:prSet presAssocID="{86B1C60F-6059-40F7-8B55-CCA02994F815}" presName="horz2" presStyleCnt="0"/>
      <dgm:spPr/>
    </dgm:pt>
    <dgm:pt modelId="{570F944E-FADD-491E-A09A-40C107063947}" type="pres">
      <dgm:prSet presAssocID="{86B1C60F-6059-40F7-8B55-CCA02994F815}" presName="horzSpace2" presStyleCnt="0"/>
      <dgm:spPr/>
    </dgm:pt>
    <dgm:pt modelId="{FA6A8EFB-BB44-4A57-821D-B12886A9B503}" type="pres">
      <dgm:prSet presAssocID="{86B1C60F-6059-40F7-8B55-CCA02994F815}" presName="tx2" presStyleLbl="revTx" presStyleIdx="3" presStyleCnt="10"/>
      <dgm:spPr/>
    </dgm:pt>
    <dgm:pt modelId="{746D10A8-EDA2-4FE8-985E-9712A9C067CC}" type="pres">
      <dgm:prSet presAssocID="{86B1C60F-6059-40F7-8B55-CCA02994F815}" presName="vert2" presStyleCnt="0"/>
      <dgm:spPr/>
    </dgm:pt>
    <dgm:pt modelId="{9769CB50-8A57-4E91-9C86-B0361D621406}" type="pres">
      <dgm:prSet presAssocID="{86B1C60F-6059-40F7-8B55-CCA02994F815}" presName="thinLine2b" presStyleLbl="callout" presStyleIdx="1" presStyleCnt="5"/>
      <dgm:spPr/>
    </dgm:pt>
    <dgm:pt modelId="{36F807BE-09EB-4CB7-94E4-B0C52CDD8ABF}" type="pres">
      <dgm:prSet presAssocID="{86B1C60F-6059-40F7-8B55-CCA02994F815}" presName="vertSpace2b" presStyleCnt="0"/>
      <dgm:spPr/>
    </dgm:pt>
    <dgm:pt modelId="{59A228F0-4B4E-440F-8DC6-39B6C2858B29}" type="pres">
      <dgm:prSet presAssocID="{7E991041-11B9-47D7-A571-D7E1285F1514}" presName="thickLine" presStyleLbl="alignNode1" presStyleIdx="2" presStyleCnt="5"/>
      <dgm:spPr/>
    </dgm:pt>
    <dgm:pt modelId="{AD164462-CFE9-44AA-B7BA-29C6E1F1FA85}" type="pres">
      <dgm:prSet presAssocID="{7E991041-11B9-47D7-A571-D7E1285F1514}" presName="horz1" presStyleCnt="0"/>
      <dgm:spPr/>
    </dgm:pt>
    <dgm:pt modelId="{B1C67B25-0CB8-49E0-A75E-533B97A45088}" type="pres">
      <dgm:prSet presAssocID="{7E991041-11B9-47D7-A571-D7E1285F1514}" presName="tx1" presStyleLbl="revTx" presStyleIdx="4" presStyleCnt="10"/>
      <dgm:spPr/>
    </dgm:pt>
    <dgm:pt modelId="{11ED35B7-7F57-45EF-85E2-E5C133C1938F}" type="pres">
      <dgm:prSet presAssocID="{7E991041-11B9-47D7-A571-D7E1285F1514}" presName="vert1" presStyleCnt="0"/>
      <dgm:spPr/>
    </dgm:pt>
    <dgm:pt modelId="{94BB90DB-7E36-48CF-8544-31E26C70FF28}" type="pres">
      <dgm:prSet presAssocID="{6E92CD32-6E43-47BC-8437-BD84A0EFC09F}" presName="vertSpace2a" presStyleCnt="0"/>
      <dgm:spPr/>
    </dgm:pt>
    <dgm:pt modelId="{DB231EBA-7CB2-4AE5-9FDC-B1C23C6D2BF7}" type="pres">
      <dgm:prSet presAssocID="{6E92CD32-6E43-47BC-8437-BD84A0EFC09F}" presName="horz2" presStyleCnt="0"/>
      <dgm:spPr/>
    </dgm:pt>
    <dgm:pt modelId="{6E979FEE-8D69-43B6-B20C-BD66EAD9958C}" type="pres">
      <dgm:prSet presAssocID="{6E92CD32-6E43-47BC-8437-BD84A0EFC09F}" presName="horzSpace2" presStyleCnt="0"/>
      <dgm:spPr/>
    </dgm:pt>
    <dgm:pt modelId="{4480208E-8DB3-492C-9B37-2726AABAA496}" type="pres">
      <dgm:prSet presAssocID="{6E92CD32-6E43-47BC-8437-BD84A0EFC09F}" presName="tx2" presStyleLbl="revTx" presStyleIdx="5" presStyleCnt="10"/>
      <dgm:spPr/>
    </dgm:pt>
    <dgm:pt modelId="{78C0F56E-C41F-4A4C-B6CB-F63EA10291E0}" type="pres">
      <dgm:prSet presAssocID="{6E92CD32-6E43-47BC-8437-BD84A0EFC09F}" presName="vert2" presStyleCnt="0"/>
      <dgm:spPr/>
    </dgm:pt>
    <dgm:pt modelId="{494DCCA9-615F-41EE-B076-4E205B37ACE5}" type="pres">
      <dgm:prSet presAssocID="{6E92CD32-6E43-47BC-8437-BD84A0EFC09F}" presName="thinLine2b" presStyleLbl="callout" presStyleIdx="2" presStyleCnt="5"/>
      <dgm:spPr/>
    </dgm:pt>
    <dgm:pt modelId="{F0C0A0D4-D5F8-4733-B7EC-1D391A0C2B9A}" type="pres">
      <dgm:prSet presAssocID="{6E92CD32-6E43-47BC-8437-BD84A0EFC09F}" presName="vertSpace2b" presStyleCnt="0"/>
      <dgm:spPr/>
    </dgm:pt>
    <dgm:pt modelId="{79D17D3B-AA6E-4B92-B518-DE6F5E628528}" type="pres">
      <dgm:prSet presAssocID="{3BF18C73-31B4-45EE-8DB3-A62BE90C5837}" presName="thickLine" presStyleLbl="alignNode1" presStyleIdx="3" presStyleCnt="5"/>
      <dgm:spPr/>
    </dgm:pt>
    <dgm:pt modelId="{F3A37B69-1E3D-4A90-9EA5-38AD3B5A7EF0}" type="pres">
      <dgm:prSet presAssocID="{3BF18C73-31B4-45EE-8DB3-A62BE90C5837}" presName="horz1" presStyleCnt="0"/>
      <dgm:spPr/>
    </dgm:pt>
    <dgm:pt modelId="{88346581-5F2B-4D89-A0E8-8DD079A71F81}" type="pres">
      <dgm:prSet presAssocID="{3BF18C73-31B4-45EE-8DB3-A62BE90C5837}" presName="tx1" presStyleLbl="revTx" presStyleIdx="6" presStyleCnt="10"/>
      <dgm:spPr/>
    </dgm:pt>
    <dgm:pt modelId="{06A15210-C2C5-4AC4-A598-F436DFDEC266}" type="pres">
      <dgm:prSet presAssocID="{3BF18C73-31B4-45EE-8DB3-A62BE90C5837}" presName="vert1" presStyleCnt="0"/>
      <dgm:spPr/>
    </dgm:pt>
    <dgm:pt modelId="{26A81581-9CD0-49AB-A803-D67383A75D11}" type="pres">
      <dgm:prSet presAssocID="{E1ABB8C0-FE94-4A66-BCAE-2A6B239288F5}" presName="vertSpace2a" presStyleCnt="0"/>
      <dgm:spPr/>
    </dgm:pt>
    <dgm:pt modelId="{A6E55787-DC57-44C2-956E-359FA00FC383}" type="pres">
      <dgm:prSet presAssocID="{E1ABB8C0-FE94-4A66-BCAE-2A6B239288F5}" presName="horz2" presStyleCnt="0"/>
      <dgm:spPr/>
    </dgm:pt>
    <dgm:pt modelId="{79B426D9-EDBF-41E2-A212-C90F5B89A74A}" type="pres">
      <dgm:prSet presAssocID="{E1ABB8C0-FE94-4A66-BCAE-2A6B239288F5}" presName="horzSpace2" presStyleCnt="0"/>
      <dgm:spPr/>
    </dgm:pt>
    <dgm:pt modelId="{EDB7E477-4C30-44FF-BE3D-CB9081BEE58F}" type="pres">
      <dgm:prSet presAssocID="{E1ABB8C0-FE94-4A66-BCAE-2A6B239288F5}" presName="tx2" presStyleLbl="revTx" presStyleIdx="7" presStyleCnt="10"/>
      <dgm:spPr/>
    </dgm:pt>
    <dgm:pt modelId="{AD23412F-804C-401C-8448-BEF8BD495273}" type="pres">
      <dgm:prSet presAssocID="{E1ABB8C0-FE94-4A66-BCAE-2A6B239288F5}" presName="vert2" presStyleCnt="0"/>
      <dgm:spPr/>
    </dgm:pt>
    <dgm:pt modelId="{C33A2478-9161-4644-B7FC-778A24172852}" type="pres">
      <dgm:prSet presAssocID="{E1ABB8C0-FE94-4A66-BCAE-2A6B239288F5}" presName="thinLine2b" presStyleLbl="callout" presStyleIdx="3" presStyleCnt="5"/>
      <dgm:spPr/>
    </dgm:pt>
    <dgm:pt modelId="{427748BC-1C48-41A6-92F7-1A5C8129CB11}" type="pres">
      <dgm:prSet presAssocID="{E1ABB8C0-FE94-4A66-BCAE-2A6B239288F5}" presName="vertSpace2b" presStyleCnt="0"/>
      <dgm:spPr/>
    </dgm:pt>
    <dgm:pt modelId="{AD3A33B2-A2DB-480A-9066-F110092B03DF}" type="pres">
      <dgm:prSet presAssocID="{F968EA6E-E67C-4A74-9582-B91D341407A0}" presName="thickLine" presStyleLbl="alignNode1" presStyleIdx="4" presStyleCnt="5"/>
      <dgm:spPr/>
    </dgm:pt>
    <dgm:pt modelId="{81DFDCB2-F6DA-4911-A7A9-E6FE22BC2D3A}" type="pres">
      <dgm:prSet presAssocID="{F968EA6E-E67C-4A74-9582-B91D341407A0}" presName="horz1" presStyleCnt="0"/>
      <dgm:spPr/>
    </dgm:pt>
    <dgm:pt modelId="{AD98D792-4763-4BB6-BA56-E285E140A7C4}" type="pres">
      <dgm:prSet presAssocID="{F968EA6E-E67C-4A74-9582-B91D341407A0}" presName="tx1" presStyleLbl="revTx" presStyleIdx="8" presStyleCnt="10"/>
      <dgm:spPr/>
    </dgm:pt>
    <dgm:pt modelId="{81C974F3-F9B1-49C3-93D1-F16786D7FBAE}" type="pres">
      <dgm:prSet presAssocID="{F968EA6E-E67C-4A74-9582-B91D341407A0}" presName="vert1" presStyleCnt="0"/>
      <dgm:spPr/>
    </dgm:pt>
    <dgm:pt modelId="{0F73E2C8-D952-4FD9-9108-F570E6518389}" type="pres">
      <dgm:prSet presAssocID="{FD2895E7-F5C6-4FDC-BE3F-6A1C9F0F9563}" presName="vertSpace2a" presStyleCnt="0"/>
      <dgm:spPr/>
    </dgm:pt>
    <dgm:pt modelId="{E5ED4BDD-DDEE-466E-BD92-096E3CFB8EDE}" type="pres">
      <dgm:prSet presAssocID="{FD2895E7-F5C6-4FDC-BE3F-6A1C9F0F9563}" presName="horz2" presStyleCnt="0"/>
      <dgm:spPr/>
    </dgm:pt>
    <dgm:pt modelId="{0B2C5FB4-A869-4AE0-B657-F111533EB87D}" type="pres">
      <dgm:prSet presAssocID="{FD2895E7-F5C6-4FDC-BE3F-6A1C9F0F9563}" presName="horzSpace2" presStyleCnt="0"/>
      <dgm:spPr/>
    </dgm:pt>
    <dgm:pt modelId="{2FBEF7D8-D790-4CF3-A85B-8E7F6A2819D6}" type="pres">
      <dgm:prSet presAssocID="{FD2895E7-F5C6-4FDC-BE3F-6A1C9F0F9563}" presName="tx2" presStyleLbl="revTx" presStyleIdx="9" presStyleCnt="10"/>
      <dgm:spPr/>
    </dgm:pt>
    <dgm:pt modelId="{DEE8DBF8-E7DE-420F-AF75-0781C8A85384}" type="pres">
      <dgm:prSet presAssocID="{FD2895E7-F5C6-4FDC-BE3F-6A1C9F0F9563}" presName="vert2" presStyleCnt="0"/>
      <dgm:spPr/>
    </dgm:pt>
    <dgm:pt modelId="{4DA0CDC0-74AC-4C77-B1DD-D1A91AF8F8BB}" type="pres">
      <dgm:prSet presAssocID="{FD2895E7-F5C6-4FDC-BE3F-6A1C9F0F9563}" presName="thinLine2b" presStyleLbl="callout" presStyleIdx="4" presStyleCnt="5"/>
      <dgm:spPr/>
    </dgm:pt>
    <dgm:pt modelId="{25AC5E22-7F69-464C-BD41-8FC24A832C17}" type="pres">
      <dgm:prSet presAssocID="{FD2895E7-F5C6-4FDC-BE3F-6A1C9F0F9563}" presName="vertSpace2b" presStyleCnt="0"/>
      <dgm:spPr/>
    </dgm:pt>
  </dgm:ptLst>
  <dgm:cxnLst>
    <dgm:cxn modelId="{87617210-9914-4DD1-B5E3-90D623A5CBDF}" type="presOf" srcId="{FD2895E7-F5C6-4FDC-BE3F-6A1C9F0F9563}" destId="{2FBEF7D8-D790-4CF3-A85B-8E7F6A2819D6}" srcOrd="0" destOrd="0" presId="urn:microsoft.com/office/officeart/2008/layout/LinedList"/>
    <dgm:cxn modelId="{C812041F-A6F0-444F-82CD-B59EFFE215F7}" srcId="{DD34B7CA-283C-43F6-9BA2-532992665645}" destId="{3BF18C73-31B4-45EE-8DB3-A62BE90C5837}" srcOrd="3" destOrd="0" parTransId="{9C535CAD-9355-4574-8F4E-52402AF8CDB9}" sibTransId="{E550494B-DFEA-47E2-83B4-D23BBF1146A3}"/>
    <dgm:cxn modelId="{E1A1E620-2640-497A-A6A8-93D2891BE146}" srcId="{DD34B7CA-283C-43F6-9BA2-532992665645}" destId="{F968EA6E-E67C-4A74-9582-B91D341407A0}" srcOrd="4" destOrd="0" parTransId="{44C8058C-CE4F-4AAD-AA24-838ED11BAF23}" sibTransId="{E6FAD739-655A-4F63-9639-16E26CFC4078}"/>
    <dgm:cxn modelId="{7B61EB21-8831-400F-A414-EAE732A523DA}" type="presOf" srcId="{9DB481B8-0F45-47AD-B1ED-A0335FF023FC}" destId="{3C7D5EDA-3AE7-4103-972C-75D81F42A70F}" srcOrd="0" destOrd="0" presId="urn:microsoft.com/office/officeart/2008/layout/LinedList"/>
    <dgm:cxn modelId="{49B25E25-F3C5-4362-9486-62DA9DCD6D3C}" srcId="{3BF18C73-31B4-45EE-8DB3-A62BE90C5837}" destId="{E1ABB8C0-FE94-4A66-BCAE-2A6B239288F5}" srcOrd="0" destOrd="0" parTransId="{3D0447CC-79E1-485F-8C4A-A7874EA456B2}" sibTransId="{EA5E513F-08E3-485B-B359-2D37FDAEDBD6}"/>
    <dgm:cxn modelId="{C91C7C2A-A9D7-4D11-B108-5F76E8C770FA}" type="presOf" srcId="{6E92CD32-6E43-47BC-8437-BD84A0EFC09F}" destId="{4480208E-8DB3-492C-9B37-2726AABAA496}" srcOrd="0" destOrd="0" presId="urn:microsoft.com/office/officeart/2008/layout/LinedList"/>
    <dgm:cxn modelId="{47F59831-64DB-47E3-9180-2E60D454B261}" type="presOf" srcId="{DD34B7CA-283C-43F6-9BA2-532992665645}" destId="{10E7B595-2487-4E73-AD1F-F9A0DB0C1F1A}" srcOrd="0" destOrd="0" presId="urn:microsoft.com/office/officeart/2008/layout/LinedList"/>
    <dgm:cxn modelId="{7FB34335-C117-4DB1-BE9F-0F2BB4B73A56}" type="presOf" srcId="{4ED57B91-E38F-4380-949F-FBAB76F0C623}" destId="{39510078-7D2E-4FF4-BCCC-4430F674FA7F}" srcOrd="0" destOrd="0" presId="urn:microsoft.com/office/officeart/2008/layout/LinedList"/>
    <dgm:cxn modelId="{B5A81038-2901-4FA2-9102-37DB526B7974}" type="presOf" srcId="{E8260E65-D35A-4F77-883B-BC69F2E10FF7}" destId="{CA1EBBE9-0C78-428E-B9F7-1B7CF553238D}" srcOrd="0" destOrd="0" presId="urn:microsoft.com/office/officeart/2008/layout/LinedList"/>
    <dgm:cxn modelId="{13C5D960-4994-4ECC-87EC-F29B38272AF6}" srcId="{E8260E65-D35A-4F77-883B-BC69F2E10FF7}" destId="{86B1C60F-6059-40F7-8B55-CCA02994F815}" srcOrd="0" destOrd="0" parTransId="{F67C8CE2-E7AE-4718-85A8-FD7496545CDC}" sibTransId="{C5ECD08D-0C11-42B7-9AB8-D3F0C49CAD66}"/>
    <dgm:cxn modelId="{9D446C44-9686-4C5E-80D7-3BEC535BC638}" type="presOf" srcId="{3BF18C73-31B4-45EE-8DB3-A62BE90C5837}" destId="{88346581-5F2B-4D89-A0E8-8DD079A71F81}" srcOrd="0" destOrd="0" presId="urn:microsoft.com/office/officeart/2008/layout/LinedList"/>
    <dgm:cxn modelId="{B0F3FF44-8E7C-44D1-9631-48794A935965}" type="presOf" srcId="{86B1C60F-6059-40F7-8B55-CCA02994F815}" destId="{FA6A8EFB-BB44-4A57-821D-B12886A9B503}" srcOrd="0" destOrd="0" presId="urn:microsoft.com/office/officeart/2008/layout/LinedList"/>
    <dgm:cxn modelId="{1A697B74-1A76-4EA2-95A6-6962179B8C8F}" srcId="{DD34B7CA-283C-43F6-9BA2-532992665645}" destId="{7E991041-11B9-47D7-A571-D7E1285F1514}" srcOrd="2" destOrd="0" parTransId="{34589BA0-6D95-4826-9371-330242A63CE1}" sibTransId="{D12133B5-603D-46A4-AAB2-3A8D70D008C1}"/>
    <dgm:cxn modelId="{B6AA8D76-EF48-4B4D-868A-29731929F5BD}" srcId="{F968EA6E-E67C-4A74-9582-B91D341407A0}" destId="{FD2895E7-F5C6-4FDC-BE3F-6A1C9F0F9563}" srcOrd="0" destOrd="0" parTransId="{B7493E09-9987-4824-A1AB-7F908A62ABD1}" sibTransId="{81E66489-BF89-4C64-94C6-83480E4B25B0}"/>
    <dgm:cxn modelId="{6E486B7A-0174-4461-8B0D-D324343DA70B}" type="presOf" srcId="{F968EA6E-E67C-4A74-9582-B91D341407A0}" destId="{AD98D792-4763-4BB6-BA56-E285E140A7C4}" srcOrd="0" destOrd="0" presId="urn:microsoft.com/office/officeart/2008/layout/LinedList"/>
    <dgm:cxn modelId="{CAD26D7B-23F7-4C7E-933B-00A72EE2F5F3}" srcId="{7E991041-11B9-47D7-A571-D7E1285F1514}" destId="{6E92CD32-6E43-47BC-8437-BD84A0EFC09F}" srcOrd="0" destOrd="0" parTransId="{C3F9EC3A-0B6E-4D27-95A3-E12C38D46E53}" sibTransId="{EDB6D095-5A75-4203-821D-F2493FF21C97}"/>
    <dgm:cxn modelId="{CDA927B2-AC05-40A7-9C11-8721F045C97C}" srcId="{DD34B7CA-283C-43F6-9BA2-532992665645}" destId="{E8260E65-D35A-4F77-883B-BC69F2E10FF7}" srcOrd="1" destOrd="0" parTransId="{94E37D90-93E3-4619-A1BF-86738D247D7B}" sibTransId="{719CE23E-FFD9-43CF-B7E0-FB7A5718E0D2}"/>
    <dgm:cxn modelId="{4007F2BD-0152-4F08-8CBC-22C56491CE7E}" type="presOf" srcId="{7E991041-11B9-47D7-A571-D7E1285F1514}" destId="{B1C67B25-0CB8-49E0-A75E-533B97A45088}" srcOrd="0" destOrd="0" presId="urn:microsoft.com/office/officeart/2008/layout/LinedList"/>
    <dgm:cxn modelId="{915378EE-BC4E-43B3-BAE4-49203C3F3C3F}" srcId="{DD34B7CA-283C-43F6-9BA2-532992665645}" destId="{9DB481B8-0F45-47AD-B1ED-A0335FF023FC}" srcOrd="0" destOrd="0" parTransId="{42B19744-AEDB-4646-B75C-966A02381590}" sibTransId="{1E605B50-8EEC-4BEA-9509-27F2B02F9327}"/>
    <dgm:cxn modelId="{F83DF3F0-222E-4E37-A29B-49C7B8D92862}" type="presOf" srcId="{E1ABB8C0-FE94-4A66-BCAE-2A6B239288F5}" destId="{EDB7E477-4C30-44FF-BE3D-CB9081BEE58F}" srcOrd="0" destOrd="0" presId="urn:microsoft.com/office/officeart/2008/layout/LinedList"/>
    <dgm:cxn modelId="{A0B9E5F8-B802-4B6E-9EF6-5107D59039F1}" srcId="{9DB481B8-0F45-47AD-B1ED-A0335FF023FC}" destId="{4ED57B91-E38F-4380-949F-FBAB76F0C623}" srcOrd="0" destOrd="0" parTransId="{FB571A5E-5827-4DA5-982D-EACF5F400A8B}" sibTransId="{D14E9A99-EDCE-438F-BB14-671D58E40503}"/>
    <dgm:cxn modelId="{8AFDED8E-D5E0-4316-869E-B5FF7829E58B}" type="presParOf" srcId="{10E7B595-2487-4E73-AD1F-F9A0DB0C1F1A}" destId="{8680FEDB-CBF7-4BC8-B102-B59240FB2A68}" srcOrd="0" destOrd="0" presId="urn:microsoft.com/office/officeart/2008/layout/LinedList"/>
    <dgm:cxn modelId="{65C25478-93E8-4B00-8E5A-CA093489C630}" type="presParOf" srcId="{10E7B595-2487-4E73-AD1F-F9A0DB0C1F1A}" destId="{B4F6DB64-D1B8-4FD3-A27D-DAAF57F3A584}" srcOrd="1" destOrd="0" presId="urn:microsoft.com/office/officeart/2008/layout/LinedList"/>
    <dgm:cxn modelId="{2BB964B8-1A5F-4E6E-9A63-E0786848FE3B}" type="presParOf" srcId="{B4F6DB64-D1B8-4FD3-A27D-DAAF57F3A584}" destId="{3C7D5EDA-3AE7-4103-972C-75D81F42A70F}" srcOrd="0" destOrd="0" presId="urn:microsoft.com/office/officeart/2008/layout/LinedList"/>
    <dgm:cxn modelId="{1710B3F5-43B8-450E-AC6E-6E4781B0BD72}" type="presParOf" srcId="{B4F6DB64-D1B8-4FD3-A27D-DAAF57F3A584}" destId="{65A5EB74-75DE-4BE9-8DF6-20712F99A626}" srcOrd="1" destOrd="0" presId="urn:microsoft.com/office/officeart/2008/layout/LinedList"/>
    <dgm:cxn modelId="{01672B64-E5B9-4EF2-86BC-7191B96E443C}" type="presParOf" srcId="{65A5EB74-75DE-4BE9-8DF6-20712F99A626}" destId="{ABF829F9-98ED-450F-ABA6-D05FC5B2FD14}" srcOrd="0" destOrd="0" presId="urn:microsoft.com/office/officeart/2008/layout/LinedList"/>
    <dgm:cxn modelId="{91411245-BD70-4E5F-A93E-D828D5A28FDC}" type="presParOf" srcId="{65A5EB74-75DE-4BE9-8DF6-20712F99A626}" destId="{8F1D2FA5-9941-4C22-9B7D-AE9C47E36D31}" srcOrd="1" destOrd="0" presId="urn:microsoft.com/office/officeart/2008/layout/LinedList"/>
    <dgm:cxn modelId="{631CB13C-7171-464F-B350-E07394DF741E}" type="presParOf" srcId="{8F1D2FA5-9941-4C22-9B7D-AE9C47E36D31}" destId="{37C67DF6-B6BD-4CE8-9798-93CA641057A3}" srcOrd="0" destOrd="0" presId="urn:microsoft.com/office/officeart/2008/layout/LinedList"/>
    <dgm:cxn modelId="{223CE7EE-EE23-416D-A289-523AD6E03FBC}" type="presParOf" srcId="{8F1D2FA5-9941-4C22-9B7D-AE9C47E36D31}" destId="{39510078-7D2E-4FF4-BCCC-4430F674FA7F}" srcOrd="1" destOrd="0" presId="urn:microsoft.com/office/officeart/2008/layout/LinedList"/>
    <dgm:cxn modelId="{14099E89-DD70-4254-8E42-1F786777B09C}" type="presParOf" srcId="{8F1D2FA5-9941-4C22-9B7D-AE9C47E36D31}" destId="{2BAC6AA7-EE52-45F4-BF23-D435E19D54A7}" srcOrd="2" destOrd="0" presId="urn:microsoft.com/office/officeart/2008/layout/LinedList"/>
    <dgm:cxn modelId="{DD3AB0C4-F125-41AB-B0C3-E8D085824922}" type="presParOf" srcId="{65A5EB74-75DE-4BE9-8DF6-20712F99A626}" destId="{C32E9831-4BE0-4C95-842F-E656D44DA9D2}" srcOrd="2" destOrd="0" presId="urn:microsoft.com/office/officeart/2008/layout/LinedList"/>
    <dgm:cxn modelId="{6FF793D4-019A-4A15-B596-D816C9A6EDC5}" type="presParOf" srcId="{65A5EB74-75DE-4BE9-8DF6-20712F99A626}" destId="{9F648020-BD8F-4752-9F50-05F7A06E380D}" srcOrd="3" destOrd="0" presId="urn:microsoft.com/office/officeart/2008/layout/LinedList"/>
    <dgm:cxn modelId="{934E55B9-8A66-48FC-BE5B-00A2E1F75D5F}" type="presParOf" srcId="{10E7B595-2487-4E73-AD1F-F9A0DB0C1F1A}" destId="{95A8C8D6-BF46-4D7E-AB4D-DD44C1609A3D}" srcOrd="2" destOrd="0" presId="urn:microsoft.com/office/officeart/2008/layout/LinedList"/>
    <dgm:cxn modelId="{AE35EE51-092E-47E0-B2A5-FC467B3FBE1E}" type="presParOf" srcId="{10E7B595-2487-4E73-AD1F-F9A0DB0C1F1A}" destId="{5DA9B72D-C875-4131-B7AA-1A806C6ABDC3}" srcOrd="3" destOrd="0" presId="urn:microsoft.com/office/officeart/2008/layout/LinedList"/>
    <dgm:cxn modelId="{BFBA3E8E-4998-4162-9065-7B5E15BDA1E1}" type="presParOf" srcId="{5DA9B72D-C875-4131-B7AA-1A806C6ABDC3}" destId="{CA1EBBE9-0C78-428E-B9F7-1B7CF553238D}" srcOrd="0" destOrd="0" presId="urn:microsoft.com/office/officeart/2008/layout/LinedList"/>
    <dgm:cxn modelId="{75E86B67-0159-480C-8D08-CA7DFEB2DA6C}" type="presParOf" srcId="{5DA9B72D-C875-4131-B7AA-1A806C6ABDC3}" destId="{4126A7F5-17E4-473A-A0B2-1E7D67A3A7EC}" srcOrd="1" destOrd="0" presId="urn:microsoft.com/office/officeart/2008/layout/LinedList"/>
    <dgm:cxn modelId="{4B782309-DD92-431A-A7C2-F832FD1D76D2}" type="presParOf" srcId="{4126A7F5-17E4-473A-A0B2-1E7D67A3A7EC}" destId="{203E9BA5-F6AE-4C04-BD3C-B7C88012BC9A}" srcOrd="0" destOrd="0" presId="urn:microsoft.com/office/officeart/2008/layout/LinedList"/>
    <dgm:cxn modelId="{50D6FBB6-5D18-496B-8D1B-561F5087F1EE}" type="presParOf" srcId="{4126A7F5-17E4-473A-A0B2-1E7D67A3A7EC}" destId="{54CD4626-059B-4C30-B62D-C4DFE110BD21}" srcOrd="1" destOrd="0" presId="urn:microsoft.com/office/officeart/2008/layout/LinedList"/>
    <dgm:cxn modelId="{341A4DFA-9BA3-44F8-AB9E-1539293069EF}" type="presParOf" srcId="{54CD4626-059B-4C30-B62D-C4DFE110BD21}" destId="{570F944E-FADD-491E-A09A-40C107063947}" srcOrd="0" destOrd="0" presId="urn:microsoft.com/office/officeart/2008/layout/LinedList"/>
    <dgm:cxn modelId="{091D6520-6625-4215-B232-17290C671D96}" type="presParOf" srcId="{54CD4626-059B-4C30-B62D-C4DFE110BD21}" destId="{FA6A8EFB-BB44-4A57-821D-B12886A9B503}" srcOrd="1" destOrd="0" presId="urn:microsoft.com/office/officeart/2008/layout/LinedList"/>
    <dgm:cxn modelId="{A5F0BC86-3AA4-4E37-9925-76AD2FA7DBE3}" type="presParOf" srcId="{54CD4626-059B-4C30-B62D-C4DFE110BD21}" destId="{746D10A8-EDA2-4FE8-985E-9712A9C067CC}" srcOrd="2" destOrd="0" presId="urn:microsoft.com/office/officeart/2008/layout/LinedList"/>
    <dgm:cxn modelId="{75F58E1F-E89D-4BE9-AD17-12493D28B2E8}" type="presParOf" srcId="{4126A7F5-17E4-473A-A0B2-1E7D67A3A7EC}" destId="{9769CB50-8A57-4E91-9C86-B0361D621406}" srcOrd="2" destOrd="0" presId="urn:microsoft.com/office/officeart/2008/layout/LinedList"/>
    <dgm:cxn modelId="{A0C3F4C1-A84D-464A-B3CA-D45F28F6D8F4}" type="presParOf" srcId="{4126A7F5-17E4-473A-A0B2-1E7D67A3A7EC}" destId="{36F807BE-09EB-4CB7-94E4-B0C52CDD8ABF}" srcOrd="3" destOrd="0" presId="urn:microsoft.com/office/officeart/2008/layout/LinedList"/>
    <dgm:cxn modelId="{21A341F8-234B-4DC9-A2F9-F9CF8E47F0D8}" type="presParOf" srcId="{10E7B595-2487-4E73-AD1F-F9A0DB0C1F1A}" destId="{59A228F0-4B4E-440F-8DC6-39B6C2858B29}" srcOrd="4" destOrd="0" presId="urn:microsoft.com/office/officeart/2008/layout/LinedList"/>
    <dgm:cxn modelId="{90E50274-4900-45B0-BC81-0B0B0370E934}" type="presParOf" srcId="{10E7B595-2487-4E73-AD1F-F9A0DB0C1F1A}" destId="{AD164462-CFE9-44AA-B7BA-29C6E1F1FA85}" srcOrd="5" destOrd="0" presId="urn:microsoft.com/office/officeart/2008/layout/LinedList"/>
    <dgm:cxn modelId="{3E1FC9D3-D605-4BAA-8204-561BFF0DEBE4}" type="presParOf" srcId="{AD164462-CFE9-44AA-B7BA-29C6E1F1FA85}" destId="{B1C67B25-0CB8-49E0-A75E-533B97A45088}" srcOrd="0" destOrd="0" presId="urn:microsoft.com/office/officeart/2008/layout/LinedList"/>
    <dgm:cxn modelId="{24E6CE67-8DE4-4359-A9F0-3C88D8BA180D}" type="presParOf" srcId="{AD164462-CFE9-44AA-B7BA-29C6E1F1FA85}" destId="{11ED35B7-7F57-45EF-85E2-E5C133C1938F}" srcOrd="1" destOrd="0" presId="urn:microsoft.com/office/officeart/2008/layout/LinedList"/>
    <dgm:cxn modelId="{64991193-3BDA-4817-9991-2A9BD47FC5AE}" type="presParOf" srcId="{11ED35B7-7F57-45EF-85E2-E5C133C1938F}" destId="{94BB90DB-7E36-48CF-8544-31E26C70FF28}" srcOrd="0" destOrd="0" presId="urn:microsoft.com/office/officeart/2008/layout/LinedList"/>
    <dgm:cxn modelId="{27C9D544-AFD3-4CD8-B8B8-BF88154B9D76}" type="presParOf" srcId="{11ED35B7-7F57-45EF-85E2-E5C133C1938F}" destId="{DB231EBA-7CB2-4AE5-9FDC-B1C23C6D2BF7}" srcOrd="1" destOrd="0" presId="urn:microsoft.com/office/officeart/2008/layout/LinedList"/>
    <dgm:cxn modelId="{6C03894F-1832-45E8-923C-E08030BBC56A}" type="presParOf" srcId="{DB231EBA-7CB2-4AE5-9FDC-B1C23C6D2BF7}" destId="{6E979FEE-8D69-43B6-B20C-BD66EAD9958C}" srcOrd="0" destOrd="0" presId="urn:microsoft.com/office/officeart/2008/layout/LinedList"/>
    <dgm:cxn modelId="{52AE620D-D25A-4541-BCE1-CA3C5A72253E}" type="presParOf" srcId="{DB231EBA-7CB2-4AE5-9FDC-B1C23C6D2BF7}" destId="{4480208E-8DB3-492C-9B37-2726AABAA496}" srcOrd="1" destOrd="0" presId="urn:microsoft.com/office/officeart/2008/layout/LinedList"/>
    <dgm:cxn modelId="{A3AD28DC-3368-46CE-84B2-77D0E041DC22}" type="presParOf" srcId="{DB231EBA-7CB2-4AE5-9FDC-B1C23C6D2BF7}" destId="{78C0F56E-C41F-4A4C-B6CB-F63EA10291E0}" srcOrd="2" destOrd="0" presId="urn:microsoft.com/office/officeart/2008/layout/LinedList"/>
    <dgm:cxn modelId="{2B3121A7-4B57-4175-9E9E-A50E61503417}" type="presParOf" srcId="{11ED35B7-7F57-45EF-85E2-E5C133C1938F}" destId="{494DCCA9-615F-41EE-B076-4E205B37ACE5}" srcOrd="2" destOrd="0" presId="urn:microsoft.com/office/officeart/2008/layout/LinedList"/>
    <dgm:cxn modelId="{4C74021A-E43D-41D3-9B75-258EB3C700E4}" type="presParOf" srcId="{11ED35B7-7F57-45EF-85E2-E5C133C1938F}" destId="{F0C0A0D4-D5F8-4733-B7EC-1D391A0C2B9A}" srcOrd="3" destOrd="0" presId="urn:microsoft.com/office/officeart/2008/layout/LinedList"/>
    <dgm:cxn modelId="{EBD73282-594F-49B2-9668-EA1A86D919BD}" type="presParOf" srcId="{10E7B595-2487-4E73-AD1F-F9A0DB0C1F1A}" destId="{79D17D3B-AA6E-4B92-B518-DE6F5E628528}" srcOrd="6" destOrd="0" presId="urn:microsoft.com/office/officeart/2008/layout/LinedList"/>
    <dgm:cxn modelId="{24C7CD34-EC1F-49C7-B5DC-E4B6C1E472B3}" type="presParOf" srcId="{10E7B595-2487-4E73-AD1F-F9A0DB0C1F1A}" destId="{F3A37B69-1E3D-4A90-9EA5-38AD3B5A7EF0}" srcOrd="7" destOrd="0" presId="urn:microsoft.com/office/officeart/2008/layout/LinedList"/>
    <dgm:cxn modelId="{58BEF443-010F-4665-A9D6-B173A5AF1E4A}" type="presParOf" srcId="{F3A37B69-1E3D-4A90-9EA5-38AD3B5A7EF0}" destId="{88346581-5F2B-4D89-A0E8-8DD079A71F81}" srcOrd="0" destOrd="0" presId="urn:microsoft.com/office/officeart/2008/layout/LinedList"/>
    <dgm:cxn modelId="{46F2DD65-6C72-4B9E-9D7F-2B26CF808064}" type="presParOf" srcId="{F3A37B69-1E3D-4A90-9EA5-38AD3B5A7EF0}" destId="{06A15210-C2C5-4AC4-A598-F436DFDEC266}" srcOrd="1" destOrd="0" presId="urn:microsoft.com/office/officeart/2008/layout/LinedList"/>
    <dgm:cxn modelId="{CEC9B7B3-BF62-47DE-ABE5-E02301676911}" type="presParOf" srcId="{06A15210-C2C5-4AC4-A598-F436DFDEC266}" destId="{26A81581-9CD0-49AB-A803-D67383A75D11}" srcOrd="0" destOrd="0" presId="urn:microsoft.com/office/officeart/2008/layout/LinedList"/>
    <dgm:cxn modelId="{ED9EF860-9218-43F0-BC0F-D7710F84E4AE}" type="presParOf" srcId="{06A15210-C2C5-4AC4-A598-F436DFDEC266}" destId="{A6E55787-DC57-44C2-956E-359FA00FC383}" srcOrd="1" destOrd="0" presId="urn:microsoft.com/office/officeart/2008/layout/LinedList"/>
    <dgm:cxn modelId="{459AFD88-466E-4D69-B66A-A5E6911BDACA}" type="presParOf" srcId="{A6E55787-DC57-44C2-956E-359FA00FC383}" destId="{79B426D9-EDBF-41E2-A212-C90F5B89A74A}" srcOrd="0" destOrd="0" presId="urn:microsoft.com/office/officeart/2008/layout/LinedList"/>
    <dgm:cxn modelId="{CC4D7313-5569-4FB1-B06F-1A6308C55CB7}" type="presParOf" srcId="{A6E55787-DC57-44C2-956E-359FA00FC383}" destId="{EDB7E477-4C30-44FF-BE3D-CB9081BEE58F}" srcOrd="1" destOrd="0" presId="urn:microsoft.com/office/officeart/2008/layout/LinedList"/>
    <dgm:cxn modelId="{1D728534-5304-4024-9E3B-90573B6D14C1}" type="presParOf" srcId="{A6E55787-DC57-44C2-956E-359FA00FC383}" destId="{AD23412F-804C-401C-8448-BEF8BD495273}" srcOrd="2" destOrd="0" presId="urn:microsoft.com/office/officeart/2008/layout/LinedList"/>
    <dgm:cxn modelId="{23E66F93-073B-47C8-BA0D-D67DF9769486}" type="presParOf" srcId="{06A15210-C2C5-4AC4-A598-F436DFDEC266}" destId="{C33A2478-9161-4644-B7FC-778A24172852}" srcOrd="2" destOrd="0" presId="urn:microsoft.com/office/officeart/2008/layout/LinedList"/>
    <dgm:cxn modelId="{13103D26-A215-4E8E-9945-2A73DF0D791F}" type="presParOf" srcId="{06A15210-C2C5-4AC4-A598-F436DFDEC266}" destId="{427748BC-1C48-41A6-92F7-1A5C8129CB11}" srcOrd="3" destOrd="0" presId="urn:microsoft.com/office/officeart/2008/layout/LinedList"/>
    <dgm:cxn modelId="{588D6912-C5AF-43D3-BCA5-69D2B5F12AEE}" type="presParOf" srcId="{10E7B595-2487-4E73-AD1F-F9A0DB0C1F1A}" destId="{AD3A33B2-A2DB-480A-9066-F110092B03DF}" srcOrd="8" destOrd="0" presId="urn:microsoft.com/office/officeart/2008/layout/LinedList"/>
    <dgm:cxn modelId="{A8F4EF75-452E-4C87-95DD-F65A72B115DD}" type="presParOf" srcId="{10E7B595-2487-4E73-AD1F-F9A0DB0C1F1A}" destId="{81DFDCB2-F6DA-4911-A7A9-E6FE22BC2D3A}" srcOrd="9" destOrd="0" presId="urn:microsoft.com/office/officeart/2008/layout/LinedList"/>
    <dgm:cxn modelId="{E4DD5F2B-43F2-45E6-99B2-7B492E9AF818}" type="presParOf" srcId="{81DFDCB2-F6DA-4911-A7A9-E6FE22BC2D3A}" destId="{AD98D792-4763-4BB6-BA56-E285E140A7C4}" srcOrd="0" destOrd="0" presId="urn:microsoft.com/office/officeart/2008/layout/LinedList"/>
    <dgm:cxn modelId="{05084EEA-2FAD-4903-BF09-817C3EDDF1D1}" type="presParOf" srcId="{81DFDCB2-F6DA-4911-A7A9-E6FE22BC2D3A}" destId="{81C974F3-F9B1-49C3-93D1-F16786D7FBAE}" srcOrd="1" destOrd="0" presId="urn:microsoft.com/office/officeart/2008/layout/LinedList"/>
    <dgm:cxn modelId="{BADB1F0F-FF6D-41B0-A30A-14B277CDCFC7}" type="presParOf" srcId="{81C974F3-F9B1-49C3-93D1-F16786D7FBAE}" destId="{0F73E2C8-D952-4FD9-9108-F570E6518389}" srcOrd="0" destOrd="0" presId="urn:microsoft.com/office/officeart/2008/layout/LinedList"/>
    <dgm:cxn modelId="{33D30858-6DED-4AB6-BC74-295A33E06D88}" type="presParOf" srcId="{81C974F3-F9B1-49C3-93D1-F16786D7FBAE}" destId="{E5ED4BDD-DDEE-466E-BD92-096E3CFB8EDE}" srcOrd="1" destOrd="0" presId="urn:microsoft.com/office/officeart/2008/layout/LinedList"/>
    <dgm:cxn modelId="{79EA2D47-A604-48F2-BC89-449C589F47A9}" type="presParOf" srcId="{E5ED4BDD-DDEE-466E-BD92-096E3CFB8EDE}" destId="{0B2C5FB4-A869-4AE0-B657-F111533EB87D}" srcOrd="0" destOrd="0" presId="urn:microsoft.com/office/officeart/2008/layout/LinedList"/>
    <dgm:cxn modelId="{D86AD433-C523-4976-90DB-98D93AD34884}" type="presParOf" srcId="{E5ED4BDD-DDEE-466E-BD92-096E3CFB8EDE}" destId="{2FBEF7D8-D790-4CF3-A85B-8E7F6A2819D6}" srcOrd="1" destOrd="0" presId="urn:microsoft.com/office/officeart/2008/layout/LinedList"/>
    <dgm:cxn modelId="{D5D2140D-AF2E-44CE-99CE-7B51E904753A}" type="presParOf" srcId="{E5ED4BDD-DDEE-466E-BD92-096E3CFB8EDE}" destId="{DEE8DBF8-E7DE-420F-AF75-0781C8A85384}" srcOrd="2" destOrd="0" presId="urn:microsoft.com/office/officeart/2008/layout/LinedList"/>
    <dgm:cxn modelId="{189C9D3A-2E01-4B32-BE2D-65B6B21FDABE}" type="presParOf" srcId="{81C974F3-F9B1-49C3-93D1-F16786D7FBAE}" destId="{4DA0CDC0-74AC-4C77-B1DD-D1A91AF8F8BB}" srcOrd="2" destOrd="0" presId="urn:microsoft.com/office/officeart/2008/layout/LinedList"/>
    <dgm:cxn modelId="{5860B7F6-598C-43F9-A14F-0E18D6A38CF4}" type="presParOf" srcId="{81C974F3-F9B1-49C3-93D1-F16786D7FBAE}" destId="{25AC5E22-7F69-464C-BD41-8FC24A832C17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34B7CA-283C-43F6-9BA2-532992665645}" type="doc">
      <dgm:prSet loTypeId="urn:microsoft.com/office/officeart/2008/layout/LinedList" loCatId="hierarchy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8260E65-D35A-4F77-883B-BC69F2E10FF7}">
      <dgm:prSet phldrT="[텍스트]"/>
      <dgm:spPr/>
      <dgm:t>
        <a:bodyPr/>
        <a:lstStyle/>
        <a:p>
          <a:pPr latinLnBrk="1"/>
          <a:r>
            <a:rPr lang="en-US" altLang="ko-KR" dirty="0" err="1">
              <a:latin typeface="+mn-lt"/>
            </a:rPr>
            <a:t>OrderLine</a:t>
          </a:r>
          <a:endParaRPr lang="ko-KR" altLang="en-US" dirty="0">
            <a:latin typeface="+mn-lt"/>
          </a:endParaRPr>
        </a:p>
      </dgm:t>
    </dgm:pt>
    <dgm:pt modelId="{94E37D90-93E3-4619-A1BF-86738D247D7B}" type="parTrans" cxnId="{CDA927B2-AC05-40A7-9C11-8721F045C97C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719CE23E-FFD9-43CF-B7E0-FB7A5718E0D2}" type="sibTrans" cxnId="{CDA927B2-AC05-40A7-9C11-8721F045C97C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7E991041-11B9-47D7-A571-D7E1285F1514}">
      <dgm:prSet phldrT="[텍스트]"/>
      <dgm:spPr/>
      <dgm:t>
        <a:bodyPr/>
        <a:lstStyle/>
        <a:p>
          <a:pPr latinLnBrk="1"/>
          <a:r>
            <a:rPr lang="en-US" altLang="ko-KR" dirty="0" err="1">
              <a:latin typeface="+mn-lt"/>
            </a:rPr>
            <a:t>ReadFile</a:t>
          </a:r>
          <a:endParaRPr lang="ko-KR" altLang="en-US" dirty="0">
            <a:latin typeface="+mn-lt"/>
          </a:endParaRPr>
        </a:p>
      </dgm:t>
    </dgm:pt>
    <dgm:pt modelId="{34589BA0-6D95-4826-9371-330242A63CE1}" type="parTrans" cxnId="{1A697B74-1A76-4EA2-95A6-6962179B8C8F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D12133B5-603D-46A4-AAB2-3A8D70D008C1}" type="sibTrans" cxnId="{1A697B74-1A76-4EA2-95A6-6962179B8C8F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3BF18C73-31B4-45EE-8DB3-A62BE90C5837}">
      <dgm:prSet phldrT="[텍스트]"/>
      <dgm:spPr/>
      <dgm:t>
        <a:bodyPr/>
        <a:lstStyle/>
        <a:p>
          <a:pPr latinLnBrk="1"/>
          <a:r>
            <a:rPr lang="en-US" altLang="ko-KR" dirty="0" err="1">
              <a:latin typeface="+mn-lt"/>
            </a:rPr>
            <a:t>PrintFile</a:t>
          </a:r>
          <a:endParaRPr lang="ko-KR" altLang="en-US" dirty="0">
            <a:latin typeface="+mn-lt"/>
          </a:endParaRPr>
        </a:p>
      </dgm:t>
    </dgm:pt>
    <dgm:pt modelId="{9C535CAD-9355-4574-8F4E-52402AF8CDB9}" type="parTrans" cxnId="{C812041F-A6F0-444F-82CD-B59EFFE215F7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E550494B-DFEA-47E2-83B4-D23BBF1146A3}" type="sibTrans" cxnId="{C812041F-A6F0-444F-82CD-B59EFFE215F7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F968EA6E-E67C-4A74-9582-B91D341407A0}">
      <dgm:prSet phldrT="[텍스트]"/>
      <dgm:spPr/>
      <dgm:t>
        <a:bodyPr/>
        <a:lstStyle/>
        <a:p>
          <a:pPr latinLnBrk="1"/>
          <a:r>
            <a:rPr lang="en-US" altLang="ko-KR" dirty="0">
              <a:latin typeface="+mn-lt"/>
            </a:rPr>
            <a:t>Statistic</a:t>
          </a:r>
          <a:endParaRPr lang="ko-KR" altLang="en-US" dirty="0">
            <a:latin typeface="+mn-lt"/>
          </a:endParaRPr>
        </a:p>
      </dgm:t>
    </dgm:pt>
    <dgm:pt modelId="{44C8058C-CE4F-4AAD-AA24-838ED11BAF23}" type="parTrans" cxnId="{E1A1E620-2640-497A-A6A8-93D2891BE146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E6FAD739-655A-4F63-9639-16E26CFC4078}" type="sibTrans" cxnId="{E1A1E620-2640-497A-A6A8-93D2891BE146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86B1C60F-6059-40F7-8B55-CCA02994F815}">
      <dgm:prSet phldrT="[텍스트]"/>
      <dgm:spPr/>
      <dgm:t>
        <a:bodyPr/>
        <a:lstStyle/>
        <a:p>
          <a:pPr latinLnBrk="1"/>
          <a:r>
            <a:rPr lang="en-US" altLang="ko-KR" dirty="0">
              <a:latin typeface="+mn-lt"/>
            </a:rPr>
            <a:t>Object that have data of single line from file</a:t>
          </a:r>
          <a:endParaRPr lang="ko-KR" altLang="en-US" dirty="0">
            <a:latin typeface="+mn-lt"/>
          </a:endParaRPr>
        </a:p>
      </dgm:t>
    </dgm:pt>
    <dgm:pt modelId="{F67C8CE2-E7AE-4718-85A8-FD7496545CDC}" type="parTrans" cxnId="{13C5D960-4994-4ECC-87EC-F29B38272AF6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C5ECD08D-0C11-42B7-9AB8-D3F0C49CAD66}" type="sibTrans" cxnId="{13C5D960-4994-4ECC-87EC-F29B38272AF6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6E92CD32-6E43-47BC-8437-BD84A0EFC09F}">
      <dgm:prSet phldrT="[텍스트]"/>
      <dgm:spPr/>
      <dgm:t>
        <a:bodyPr/>
        <a:lstStyle/>
        <a:p>
          <a:pPr latinLnBrk="1"/>
          <a:r>
            <a:rPr lang="en-US" altLang="ko-KR" dirty="0">
              <a:latin typeface="+mn-lt"/>
            </a:rPr>
            <a:t>Use to read data from csv file</a:t>
          </a:r>
          <a:endParaRPr lang="ko-KR" altLang="en-US" dirty="0">
            <a:latin typeface="+mn-lt"/>
          </a:endParaRPr>
        </a:p>
      </dgm:t>
    </dgm:pt>
    <dgm:pt modelId="{C3F9EC3A-0B6E-4D27-95A3-E12C38D46E53}" type="parTrans" cxnId="{CAD26D7B-23F7-4C7E-933B-00A72EE2F5F3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EDB6D095-5A75-4203-821D-F2493FF21C97}" type="sibTrans" cxnId="{CAD26D7B-23F7-4C7E-933B-00A72EE2F5F3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E1ABB8C0-FE94-4A66-BCAE-2A6B239288F5}">
      <dgm:prSet phldrT="[텍스트]"/>
      <dgm:spPr/>
      <dgm:t>
        <a:bodyPr/>
        <a:lstStyle/>
        <a:p>
          <a:pPr latinLnBrk="1"/>
          <a:r>
            <a:rPr lang="en-US" altLang="ko-KR" dirty="0">
              <a:latin typeface="+mn-lt"/>
            </a:rPr>
            <a:t>Use to print data to console and csv file</a:t>
          </a:r>
          <a:endParaRPr lang="ko-KR" altLang="en-US" dirty="0">
            <a:latin typeface="+mn-lt"/>
          </a:endParaRPr>
        </a:p>
      </dgm:t>
    </dgm:pt>
    <dgm:pt modelId="{3D0447CC-79E1-485F-8C4A-A7874EA456B2}" type="parTrans" cxnId="{49B25E25-F3C5-4362-9486-62DA9DCD6D3C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EA5E513F-08E3-485B-B359-2D37FDAEDBD6}" type="sibTrans" cxnId="{49B25E25-F3C5-4362-9486-62DA9DCD6D3C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FD2895E7-F5C6-4FDC-BE3F-6A1C9F0F9563}">
      <dgm:prSet phldrT="[텍스트]"/>
      <dgm:spPr/>
      <dgm:t>
        <a:bodyPr/>
        <a:lstStyle/>
        <a:p>
          <a:pPr latinLnBrk="1"/>
          <a:r>
            <a:rPr lang="en-US" altLang="ko-KR" dirty="0">
              <a:latin typeface="+mn-lt"/>
            </a:rPr>
            <a:t>Work statistic process</a:t>
          </a:r>
          <a:endParaRPr lang="ko-KR" altLang="en-US" dirty="0">
            <a:latin typeface="+mn-lt"/>
          </a:endParaRPr>
        </a:p>
      </dgm:t>
    </dgm:pt>
    <dgm:pt modelId="{B7493E09-9987-4824-A1AB-7F908A62ABD1}" type="parTrans" cxnId="{B6AA8D76-EF48-4B4D-868A-29731929F5BD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81E66489-BF89-4C64-94C6-83480E4B25B0}" type="sibTrans" cxnId="{B6AA8D76-EF48-4B4D-868A-29731929F5BD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10E7B595-2487-4E73-AD1F-F9A0DB0C1F1A}" type="pres">
      <dgm:prSet presAssocID="{DD34B7CA-283C-43F6-9BA2-532992665645}" presName="vert0" presStyleCnt="0">
        <dgm:presLayoutVars>
          <dgm:dir/>
          <dgm:animOne val="branch"/>
          <dgm:animLvl val="lvl"/>
        </dgm:presLayoutVars>
      </dgm:prSet>
      <dgm:spPr/>
    </dgm:pt>
    <dgm:pt modelId="{95A8C8D6-BF46-4D7E-AB4D-DD44C1609A3D}" type="pres">
      <dgm:prSet presAssocID="{E8260E65-D35A-4F77-883B-BC69F2E10FF7}" presName="thickLine" presStyleLbl="alignNode1" presStyleIdx="0" presStyleCnt="4"/>
      <dgm:spPr/>
    </dgm:pt>
    <dgm:pt modelId="{5DA9B72D-C875-4131-B7AA-1A806C6ABDC3}" type="pres">
      <dgm:prSet presAssocID="{E8260E65-D35A-4F77-883B-BC69F2E10FF7}" presName="horz1" presStyleCnt="0"/>
      <dgm:spPr/>
    </dgm:pt>
    <dgm:pt modelId="{CA1EBBE9-0C78-428E-B9F7-1B7CF553238D}" type="pres">
      <dgm:prSet presAssocID="{E8260E65-D35A-4F77-883B-BC69F2E10FF7}" presName="tx1" presStyleLbl="revTx" presStyleIdx="0" presStyleCnt="8"/>
      <dgm:spPr/>
    </dgm:pt>
    <dgm:pt modelId="{4126A7F5-17E4-473A-A0B2-1E7D67A3A7EC}" type="pres">
      <dgm:prSet presAssocID="{E8260E65-D35A-4F77-883B-BC69F2E10FF7}" presName="vert1" presStyleCnt="0"/>
      <dgm:spPr/>
    </dgm:pt>
    <dgm:pt modelId="{203E9BA5-F6AE-4C04-BD3C-B7C88012BC9A}" type="pres">
      <dgm:prSet presAssocID="{86B1C60F-6059-40F7-8B55-CCA02994F815}" presName="vertSpace2a" presStyleCnt="0"/>
      <dgm:spPr/>
    </dgm:pt>
    <dgm:pt modelId="{54CD4626-059B-4C30-B62D-C4DFE110BD21}" type="pres">
      <dgm:prSet presAssocID="{86B1C60F-6059-40F7-8B55-CCA02994F815}" presName="horz2" presStyleCnt="0"/>
      <dgm:spPr/>
    </dgm:pt>
    <dgm:pt modelId="{570F944E-FADD-491E-A09A-40C107063947}" type="pres">
      <dgm:prSet presAssocID="{86B1C60F-6059-40F7-8B55-CCA02994F815}" presName="horzSpace2" presStyleCnt="0"/>
      <dgm:spPr/>
    </dgm:pt>
    <dgm:pt modelId="{FA6A8EFB-BB44-4A57-821D-B12886A9B503}" type="pres">
      <dgm:prSet presAssocID="{86B1C60F-6059-40F7-8B55-CCA02994F815}" presName="tx2" presStyleLbl="revTx" presStyleIdx="1" presStyleCnt="8"/>
      <dgm:spPr/>
    </dgm:pt>
    <dgm:pt modelId="{746D10A8-EDA2-4FE8-985E-9712A9C067CC}" type="pres">
      <dgm:prSet presAssocID="{86B1C60F-6059-40F7-8B55-CCA02994F815}" presName="vert2" presStyleCnt="0"/>
      <dgm:spPr/>
    </dgm:pt>
    <dgm:pt modelId="{9769CB50-8A57-4E91-9C86-B0361D621406}" type="pres">
      <dgm:prSet presAssocID="{86B1C60F-6059-40F7-8B55-CCA02994F815}" presName="thinLine2b" presStyleLbl="callout" presStyleIdx="0" presStyleCnt="4"/>
      <dgm:spPr/>
    </dgm:pt>
    <dgm:pt modelId="{36F807BE-09EB-4CB7-94E4-B0C52CDD8ABF}" type="pres">
      <dgm:prSet presAssocID="{86B1C60F-6059-40F7-8B55-CCA02994F815}" presName="vertSpace2b" presStyleCnt="0"/>
      <dgm:spPr/>
    </dgm:pt>
    <dgm:pt modelId="{59A228F0-4B4E-440F-8DC6-39B6C2858B29}" type="pres">
      <dgm:prSet presAssocID="{7E991041-11B9-47D7-A571-D7E1285F1514}" presName="thickLine" presStyleLbl="alignNode1" presStyleIdx="1" presStyleCnt="4"/>
      <dgm:spPr/>
    </dgm:pt>
    <dgm:pt modelId="{AD164462-CFE9-44AA-B7BA-29C6E1F1FA85}" type="pres">
      <dgm:prSet presAssocID="{7E991041-11B9-47D7-A571-D7E1285F1514}" presName="horz1" presStyleCnt="0"/>
      <dgm:spPr/>
    </dgm:pt>
    <dgm:pt modelId="{B1C67B25-0CB8-49E0-A75E-533B97A45088}" type="pres">
      <dgm:prSet presAssocID="{7E991041-11B9-47D7-A571-D7E1285F1514}" presName="tx1" presStyleLbl="revTx" presStyleIdx="2" presStyleCnt="8"/>
      <dgm:spPr/>
    </dgm:pt>
    <dgm:pt modelId="{11ED35B7-7F57-45EF-85E2-E5C133C1938F}" type="pres">
      <dgm:prSet presAssocID="{7E991041-11B9-47D7-A571-D7E1285F1514}" presName="vert1" presStyleCnt="0"/>
      <dgm:spPr/>
    </dgm:pt>
    <dgm:pt modelId="{303E43F6-B8D2-42FD-91C3-8B03C6A72D8D}" type="pres">
      <dgm:prSet presAssocID="{6E92CD32-6E43-47BC-8437-BD84A0EFC09F}" presName="vertSpace2a" presStyleCnt="0"/>
      <dgm:spPr/>
    </dgm:pt>
    <dgm:pt modelId="{669F26B2-E2D1-4BF2-8B20-40256EE4BC8D}" type="pres">
      <dgm:prSet presAssocID="{6E92CD32-6E43-47BC-8437-BD84A0EFC09F}" presName="horz2" presStyleCnt="0"/>
      <dgm:spPr/>
    </dgm:pt>
    <dgm:pt modelId="{55033783-63FC-4723-AEC8-C746B4F7F83C}" type="pres">
      <dgm:prSet presAssocID="{6E92CD32-6E43-47BC-8437-BD84A0EFC09F}" presName="horzSpace2" presStyleCnt="0"/>
      <dgm:spPr/>
    </dgm:pt>
    <dgm:pt modelId="{02A520D6-B7AF-4916-A85E-7E71B7EDAB37}" type="pres">
      <dgm:prSet presAssocID="{6E92CD32-6E43-47BC-8437-BD84A0EFC09F}" presName="tx2" presStyleLbl="revTx" presStyleIdx="3" presStyleCnt="8"/>
      <dgm:spPr/>
    </dgm:pt>
    <dgm:pt modelId="{3D14ACCB-691B-4F94-85B2-C7B43B5F0DAF}" type="pres">
      <dgm:prSet presAssocID="{6E92CD32-6E43-47BC-8437-BD84A0EFC09F}" presName="vert2" presStyleCnt="0"/>
      <dgm:spPr/>
    </dgm:pt>
    <dgm:pt modelId="{717CC5FB-B1A5-4AE8-BE27-1F854E7B5AB1}" type="pres">
      <dgm:prSet presAssocID="{6E92CD32-6E43-47BC-8437-BD84A0EFC09F}" presName="thinLine2b" presStyleLbl="callout" presStyleIdx="1" presStyleCnt="4"/>
      <dgm:spPr/>
    </dgm:pt>
    <dgm:pt modelId="{19EBAF69-D221-412C-B51A-92E82315354C}" type="pres">
      <dgm:prSet presAssocID="{6E92CD32-6E43-47BC-8437-BD84A0EFC09F}" presName="vertSpace2b" presStyleCnt="0"/>
      <dgm:spPr/>
    </dgm:pt>
    <dgm:pt modelId="{79D17D3B-AA6E-4B92-B518-DE6F5E628528}" type="pres">
      <dgm:prSet presAssocID="{3BF18C73-31B4-45EE-8DB3-A62BE90C5837}" presName="thickLine" presStyleLbl="alignNode1" presStyleIdx="2" presStyleCnt="4"/>
      <dgm:spPr/>
    </dgm:pt>
    <dgm:pt modelId="{F3A37B69-1E3D-4A90-9EA5-38AD3B5A7EF0}" type="pres">
      <dgm:prSet presAssocID="{3BF18C73-31B4-45EE-8DB3-A62BE90C5837}" presName="horz1" presStyleCnt="0"/>
      <dgm:spPr/>
    </dgm:pt>
    <dgm:pt modelId="{88346581-5F2B-4D89-A0E8-8DD079A71F81}" type="pres">
      <dgm:prSet presAssocID="{3BF18C73-31B4-45EE-8DB3-A62BE90C5837}" presName="tx1" presStyleLbl="revTx" presStyleIdx="4" presStyleCnt="8"/>
      <dgm:spPr/>
    </dgm:pt>
    <dgm:pt modelId="{06A15210-C2C5-4AC4-A598-F436DFDEC266}" type="pres">
      <dgm:prSet presAssocID="{3BF18C73-31B4-45EE-8DB3-A62BE90C5837}" presName="vert1" presStyleCnt="0"/>
      <dgm:spPr/>
    </dgm:pt>
    <dgm:pt modelId="{26A81581-9CD0-49AB-A803-D67383A75D11}" type="pres">
      <dgm:prSet presAssocID="{E1ABB8C0-FE94-4A66-BCAE-2A6B239288F5}" presName="vertSpace2a" presStyleCnt="0"/>
      <dgm:spPr/>
    </dgm:pt>
    <dgm:pt modelId="{A6E55787-DC57-44C2-956E-359FA00FC383}" type="pres">
      <dgm:prSet presAssocID="{E1ABB8C0-FE94-4A66-BCAE-2A6B239288F5}" presName="horz2" presStyleCnt="0"/>
      <dgm:spPr/>
    </dgm:pt>
    <dgm:pt modelId="{79B426D9-EDBF-41E2-A212-C90F5B89A74A}" type="pres">
      <dgm:prSet presAssocID="{E1ABB8C0-FE94-4A66-BCAE-2A6B239288F5}" presName="horzSpace2" presStyleCnt="0"/>
      <dgm:spPr/>
    </dgm:pt>
    <dgm:pt modelId="{EDB7E477-4C30-44FF-BE3D-CB9081BEE58F}" type="pres">
      <dgm:prSet presAssocID="{E1ABB8C0-FE94-4A66-BCAE-2A6B239288F5}" presName="tx2" presStyleLbl="revTx" presStyleIdx="5" presStyleCnt="8"/>
      <dgm:spPr/>
    </dgm:pt>
    <dgm:pt modelId="{AD23412F-804C-401C-8448-BEF8BD495273}" type="pres">
      <dgm:prSet presAssocID="{E1ABB8C0-FE94-4A66-BCAE-2A6B239288F5}" presName="vert2" presStyleCnt="0"/>
      <dgm:spPr/>
    </dgm:pt>
    <dgm:pt modelId="{C33A2478-9161-4644-B7FC-778A24172852}" type="pres">
      <dgm:prSet presAssocID="{E1ABB8C0-FE94-4A66-BCAE-2A6B239288F5}" presName="thinLine2b" presStyleLbl="callout" presStyleIdx="2" presStyleCnt="4"/>
      <dgm:spPr/>
    </dgm:pt>
    <dgm:pt modelId="{427748BC-1C48-41A6-92F7-1A5C8129CB11}" type="pres">
      <dgm:prSet presAssocID="{E1ABB8C0-FE94-4A66-BCAE-2A6B239288F5}" presName="vertSpace2b" presStyleCnt="0"/>
      <dgm:spPr/>
    </dgm:pt>
    <dgm:pt modelId="{AD3A33B2-A2DB-480A-9066-F110092B03DF}" type="pres">
      <dgm:prSet presAssocID="{F968EA6E-E67C-4A74-9582-B91D341407A0}" presName="thickLine" presStyleLbl="alignNode1" presStyleIdx="3" presStyleCnt="4"/>
      <dgm:spPr/>
    </dgm:pt>
    <dgm:pt modelId="{81DFDCB2-F6DA-4911-A7A9-E6FE22BC2D3A}" type="pres">
      <dgm:prSet presAssocID="{F968EA6E-E67C-4A74-9582-B91D341407A0}" presName="horz1" presStyleCnt="0"/>
      <dgm:spPr/>
    </dgm:pt>
    <dgm:pt modelId="{AD98D792-4763-4BB6-BA56-E285E140A7C4}" type="pres">
      <dgm:prSet presAssocID="{F968EA6E-E67C-4A74-9582-B91D341407A0}" presName="tx1" presStyleLbl="revTx" presStyleIdx="6" presStyleCnt="8"/>
      <dgm:spPr/>
    </dgm:pt>
    <dgm:pt modelId="{81C974F3-F9B1-49C3-93D1-F16786D7FBAE}" type="pres">
      <dgm:prSet presAssocID="{F968EA6E-E67C-4A74-9582-B91D341407A0}" presName="vert1" presStyleCnt="0"/>
      <dgm:spPr/>
    </dgm:pt>
    <dgm:pt modelId="{0F73E2C8-D952-4FD9-9108-F570E6518389}" type="pres">
      <dgm:prSet presAssocID="{FD2895E7-F5C6-4FDC-BE3F-6A1C9F0F9563}" presName="vertSpace2a" presStyleCnt="0"/>
      <dgm:spPr/>
    </dgm:pt>
    <dgm:pt modelId="{E5ED4BDD-DDEE-466E-BD92-096E3CFB8EDE}" type="pres">
      <dgm:prSet presAssocID="{FD2895E7-F5C6-4FDC-BE3F-6A1C9F0F9563}" presName="horz2" presStyleCnt="0"/>
      <dgm:spPr/>
    </dgm:pt>
    <dgm:pt modelId="{0B2C5FB4-A869-4AE0-B657-F111533EB87D}" type="pres">
      <dgm:prSet presAssocID="{FD2895E7-F5C6-4FDC-BE3F-6A1C9F0F9563}" presName="horzSpace2" presStyleCnt="0"/>
      <dgm:spPr/>
    </dgm:pt>
    <dgm:pt modelId="{2FBEF7D8-D790-4CF3-A85B-8E7F6A2819D6}" type="pres">
      <dgm:prSet presAssocID="{FD2895E7-F5C6-4FDC-BE3F-6A1C9F0F9563}" presName="tx2" presStyleLbl="revTx" presStyleIdx="7" presStyleCnt="8"/>
      <dgm:spPr/>
    </dgm:pt>
    <dgm:pt modelId="{DEE8DBF8-E7DE-420F-AF75-0781C8A85384}" type="pres">
      <dgm:prSet presAssocID="{FD2895E7-F5C6-4FDC-BE3F-6A1C9F0F9563}" presName="vert2" presStyleCnt="0"/>
      <dgm:spPr/>
    </dgm:pt>
    <dgm:pt modelId="{4DA0CDC0-74AC-4C77-B1DD-D1A91AF8F8BB}" type="pres">
      <dgm:prSet presAssocID="{FD2895E7-F5C6-4FDC-BE3F-6A1C9F0F9563}" presName="thinLine2b" presStyleLbl="callout" presStyleIdx="3" presStyleCnt="4"/>
      <dgm:spPr/>
    </dgm:pt>
    <dgm:pt modelId="{25AC5E22-7F69-464C-BD41-8FC24A832C17}" type="pres">
      <dgm:prSet presAssocID="{FD2895E7-F5C6-4FDC-BE3F-6A1C9F0F9563}" presName="vertSpace2b" presStyleCnt="0"/>
      <dgm:spPr/>
    </dgm:pt>
  </dgm:ptLst>
  <dgm:cxnLst>
    <dgm:cxn modelId="{87617210-9914-4DD1-B5E3-90D623A5CBDF}" type="presOf" srcId="{FD2895E7-F5C6-4FDC-BE3F-6A1C9F0F9563}" destId="{2FBEF7D8-D790-4CF3-A85B-8E7F6A2819D6}" srcOrd="0" destOrd="0" presId="urn:microsoft.com/office/officeart/2008/layout/LinedList"/>
    <dgm:cxn modelId="{C812041F-A6F0-444F-82CD-B59EFFE215F7}" srcId="{DD34B7CA-283C-43F6-9BA2-532992665645}" destId="{3BF18C73-31B4-45EE-8DB3-A62BE90C5837}" srcOrd="2" destOrd="0" parTransId="{9C535CAD-9355-4574-8F4E-52402AF8CDB9}" sibTransId="{E550494B-DFEA-47E2-83B4-D23BBF1146A3}"/>
    <dgm:cxn modelId="{E1A1E620-2640-497A-A6A8-93D2891BE146}" srcId="{DD34B7CA-283C-43F6-9BA2-532992665645}" destId="{F968EA6E-E67C-4A74-9582-B91D341407A0}" srcOrd="3" destOrd="0" parTransId="{44C8058C-CE4F-4AAD-AA24-838ED11BAF23}" sibTransId="{E6FAD739-655A-4F63-9639-16E26CFC4078}"/>
    <dgm:cxn modelId="{49B25E25-F3C5-4362-9486-62DA9DCD6D3C}" srcId="{3BF18C73-31B4-45EE-8DB3-A62BE90C5837}" destId="{E1ABB8C0-FE94-4A66-BCAE-2A6B239288F5}" srcOrd="0" destOrd="0" parTransId="{3D0447CC-79E1-485F-8C4A-A7874EA456B2}" sibTransId="{EA5E513F-08E3-485B-B359-2D37FDAEDBD6}"/>
    <dgm:cxn modelId="{47F59831-64DB-47E3-9180-2E60D454B261}" type="presOf" srcId="{DD34B7CA-283C-43F6-9BA2-532992665645}" destId="{10E7B595-2487-4E73-AD1F-F9A0DB0C1F1A}" srcOrd="0" destOrd="0" presId="urn:microsoft.com/office/officeart/2008/layout/LinedList"/>
    <dgm:cxn modelId="{B5A81038-2901-4FA2-9102-37DB526B7974}" type="presOf" srcId="{E8260E65-D35A-4F77-883B-BC69F2E10FF7}" destId="{CA1EBBE9-0C78-428E-B9F7-1B7CF553238D}" srcOrd="0" destOrd="0" presId="urn:microsoft.com/office/officeart/2008/layout/LinedList"/>
    <dgm:cxn modelId="{13C5D960-4994-4ECC-87EC-F29B38272AF6}" srcId="{E8260E65-D35A-4F77-883B-BC69F2E10FF7}" destId="{86B1C60F-6059-40F7-8B55-CCA02994F815}" srcOrd="0" destOrd="0" parTransId="{F67C8CE2-E7AE-4718-85A8-FD7496545CDC}" sibTransId="{C5ECD08D-0C11-42B7-9AB8-D3F0C49CAD66}"/>
    <dgm:cxn modelId="{9D446C44-9686-4C5E-80D7-3BEC535BC638}" type="presOf" srcId="{3BF18C73-31B4-45EE-8DB3-A62BE90C5837}" destId="{88346581-5F2B-4D89-A0E8-8DD079A71F81}" srcOrd="0" destOrd="0" presId="urn:microsoft.com/office/officeart/2008/layout/LinedList"/>
    <dgm:cxn modelId="{B0F3FF44-8E7C-44D1-9631-48794A935965}" type="presOf" srcId="{86B1C60F-6059-40F7-8B55-CCA02994F815}" destId="{FA6A8EFB-BB44-4A57-821D-B12886A9B503}" srcOrd="0" destOrd="0" presId="urn:microsoft.com/office/officeart/2008/layout/LinedList"/>
    <dgm:cxn modelId="{1A697B74-1A76-4EA2-95A6-6962179B8C8F}" srcId="{DD34B7CA-283C-43F6-9BA2-532992665645}" destId="{7E991041-11B9-47D7-A571-D7E1285F1514}" srcOrd="1" destOrd="0" parTransId="{34589BA0-6D95-4826-9371-330242A63CE1}" sibTransId="{D12133B5-603D-46A4-AAB2-3A8D70D008C1}"/>
    <dgm:cxn modelId="{B6AA8D76-EF48-4B4D-868A-29731929F5BD}" srcId="{F968EA6E-E67C-4A74-9582-B91D341407A0}" destId="{FD2895E7-F5C6-4FDC-BE3F-6A1C9F0F9563}" srcOrd="0" destOrd="0" parTransId="{B7493E09-9987-4824-A1AB-7F908A62ABD1}" sibTransId="{81E66489-BF89-4C64-94C6-83480E4B25B0}"/>
    <dgm:cxn modelId="{6E486B7A-0174-4461-8B0D-D324343DA70B}" type="presOf" srcId="{F968EA6E-E67C-4A74-9582-B91D341407A0}" destId="{AD98D792-4763-4BB6-BA56-E285E140A7C4}" srcOrd="0" destOrd="0" presId="urn:microsoft.com/office/officeart/2008/layout/LinedList"/>
    <dgm:cxn modelId="{CAD26D7B-23F7-4C7E-933B-00A72EE2F5F3}" srcId="{7E991041-11B9-47D7-A571-D7E1285F1514}" destId="{6E92CD32-6E43-47BC-8437-BD84A0EFC09F}" srcOrd="0" destOrd="0" parTransId="{C3F9EC3A-0B6E-4D27-95A3-E12C38D46E53}" sibTransId="{EDB6D095-5A75-4203-821D-F2493FF21C97}"/>
    <dgm:cxn modelId="{B0094688-C911-47AF-8735-FAD91F37E84F}" type="presOf" srcId="{6E92CD32-6E43-47BC-8437-BD84A0EFC09F}" destId="{02A520D6-B7AF-4916-A85E-7E71B7EDAB37}" srcOrd="0" destOrd="0" presId="urn:microsoft.com/office/officeart/2008/layout/LinedList"/>
    <dgm:cxn modelId="{CDA927B2-AC05-40A7-9C11-8721F045C97C}" srcId="{DD34B7CA-283C-43F6-9BA2-532992665645}" destId="{E8260E65-D35A-4F77-883B-BC69F2E10FF7}" srcOrd="0" destOrd="0" parTransId="{94E37D90-93E3-4619-A1BF-86738D247D7B}" sibTransId="{719CE23E-FFD9-43CF-B7E0-FB7A5718E0D2}"/>
    <dgm:cxn modelId="{4007F2BD-0152-4F08-8CBC-22C56491CE7E}" type="presOf" srcId="{7E991041-11B9-47D7-A571-D7E1285F1514}" destId="{B1C67B25-0CB8-49E0-A75E-533B97A45088}" srcOrd="0" destOrd="0" presId="urn:microsoft.com/office/officeart/2008/layout/LinedList"/>
    <dgm:cxn modelId="{F83DF3F0-222E-4E37-A29B-49C7B8D92862}" type="presOf" srcId="{E1ABB8C0-FE94-4A66-BCAE-2A6B239288F5}" destId="{EDB7E477-4C30-44FF-BE3D-CB9081BEE58F}" srcOrd="0" destOrd="0" presId="urn:microsoft.com/office/officeart/2008/layout/LinedList"/>
    <dgm:cxn modelId="{934E55B9-8A66-48FC-BE5B-00A2E1F75D5F}" type="presParOf" srcId="{10E7B595-2487-4E73-AD1F-F9A0DB0C1F1A}" destId="{95A8C8D6-BF46-4D7E-AB4D-DD44C1609A3D}" srcOrd="0" destOrd="0" presId="urn:microsoft.com/office/officeart/2008/layout/LinedList"/>
    <dgm:cxn modelId="{AE35EE51-092E-47E0-B2A5-FC467B3FBE1E}" type="presParOf" srcId="{10E7B595-2487-4E73-AD1F-F9A0DB0C1F1A}" destId="{5DA9B72D-C875-4131-B7AA-1A806C6ABDC3}" srcOrd="1" destOrd="0" presId="urn:microsoft.com/office/officeart/2008/layout/LinedList"/>
    <dgm:cxn modelId="{BFBA3E8E-4998-4162-9065-7B5E15BDA1E1}" type="presParOf" srcId="{5DA9B72D-C875-4131-B7AA-1A806C6ABDC3}" destId="{CA1EBBE9-0C78-428E-B9F7-1B7CF553238D}" srcOrd="0" destOrd="0" presId="urn:microsoft.com/office/officeart/2008/layout/LinedList"/>
    <dgm:cxn modelId="{75E86B67-0159-480C-8D08-CA7DFEB2DA6C}" type="presParOf" srcId="{5DA9B72D-C875-4131-B7AA-1A806C6ABDC3}" destId="{4126A7F5-17E4-473A-A0B2-1E7D67A3A7EC}" srcOrd="1" destOrd="0" presId="urn:microsoft.com/office/officeart/2008/layout/LinedList"/>
    <dgm:cxn modelId="{4B782309-DD92-431A-A7C2-F832FD1D76D2}" type="presParOf" srcId="{4126A7F5-17E4-473A-A0B2-1E7D67A3A7EC}" destId="{203E9BA5-F6AE-4C04-BD3C-B7C88012BC9A}" srcOrd="0" destOrd="0" presId="urn:microsoft.com/office/officeart/2008/layout/LinedList"/>
    <dgm:cxn modelId="{50D6FBB6-5D18-496B-8D1B-561F5087F1EE}" type="presParOf" srcId="{4126A7F5-17E4-473A-A0B2-1E7D67A3A7EC}" destId="{54CD4626-059B-4C30-B62D-C4DFE110BD21}" srcOrd="1" destOrd="0" presId="urn:microsoft.com/office/officeart/2008/layout/LinedList"/>
    <dgm:cxn modelId="{341A4DFA-9BA3-44F8-AB9E-1539293069EF}" type="presParOf" srcId="{54CD4626-059B-4C30-B62D-C4DFE110BD21}" destId="{570F944E-FADD-491E-A09A-40C107063947}" srcOrd="0" destOrd="0" presId="urn:microsoft.com/office/officeart/2008/layout/LinedList"/>
    <dgm:cxn modelId="{091D6520-6625-4215-B232-17290C671D96}" type="presParOf" srcId="{54CD4626-059B-4C30-B62D-C4DFE110BD21}" destId="{FA6A8EFB-BB44-4A57-821D-B12886A9B503}" srcOrd="1" destOrd="0" presId="urn:microsoft.com/office/officeart/2008/layout/LinedList"/>
    <dgm:cxn modelId="{A5F0BC86-3AA4-4E37-9925-76AD2FA7DBE3}" type="presParOf" srcId="{54CD4626-059B-4C30-B62D-C4DFE110BD21}" destId="{746D10A8-EDA2-4FE8-985E-9712A9C067CC}" srcOrd="2" destOrd="0" presId="urn:microsoft.com/office/officeart/2008/layout/LinedList"/>
    <dgm:cxn modelId="{75F58E1F-E89D-4BE9-AD17-12493D28B2E8}" type="presParOf" srcId="{4126A7F5-17E4-473A-A0B2-1E7D67A3A7EC}" destId="{9769CB50-8A57-4E91-9C86-B0361D621406}" srcOrd="2" destOrd="0" presId="urn:microsoft.com/office/officeart/2008/layout/LinedList"/>
    <dgm:cxn modelId="{A0C3F4C1-A84D-464A-B3CA-D45F28F6D8F4}" type="presParOf" srcId="{4126A7F5-17E4-473A-A0B2-1E7D67A3A7EC}" destId="{36F807BE-09EB-4CB7-94E4-B0C52CDD8ABF}" srcOrd="3" destOrd="0" presId="urn:microsoft.com/office/officeart/2008/layout/LinedList"/>
    <dgm:cxn modelId="{21A341F8-234B-4DC9-A2F9-F9CF8E47F0D8}" type="presParOf" srcId="{10E7B595-2487-4E73-AD1F-F9A0DB0C1F1A}" destId="{59A228F0-4B4E-440F-8DC6-39B6C2858B29}" srcOrd="2" destOrd="0" presId="urn:microsoft.com/office/officeart/2008/layout/LinedList"/>
    <dgm:cxn modelId="{90E50274-4900-45B0-BC81-0B0B0370E934}" type="presParOf" srcId="{10E7B595-2487-4E73-AD1F-F9A0DB0C1F1A}" destId="{AD164462-CFE9-44AA-B7BA-29C6E1F1FA85}" srcOrd="3" destOrd="0" presId="urn:microsoft.com/office/officeart/2008/layout/LinedList"/>
    <dgm:cxn modelId="{3E1FC9D3-D605-4BAA-8204-561BFF0DEBE4}" type="presParOf" srcId="{AD164462-CFE9-44AA-B7BA-29C6E1F1FA85}" destId="{B1C67B25-0CB8-49E0-A75E-533B97A45088}" srcOrd="0" destOrd="0" presId="urn:microsoft.com/office/officeart/2008/layout/LinedList"/>
    <dgm:cxn modelId="{24E6CE67-8DE4-4359-A9F0-3C88D8BA180D}" type="presParOf" srcId="{AD164462-CFE9-44AA-B7BA-29C6E1F1FA85}" destId="{11ED35B7-7F57-45EF-85E2-E5C133C1938F}" srcOrd="1" destOrd="0" presId="urn:microsoft.com/office/officeart/2008/layout/LinedList"/>
    <dgm:cxn modelId="{0409E20E-A09C-41DE-85E1-48D63F95BEC8}" type="presParOf" srcId="{11ED35B7-7F57-45EF-85E2-E5C133C1938F}" destId="{303E43F6-B8D2-42FD-91C3-8B03C6A72D8D}" srcOrd="0" destOrd="0" presId="urn:microsoft.com/office/officeart/2008/layout/LinedList"/>
    <dgm:cxn modelId="{942DD383-059A-4DD7-86FB-C6C1C7C97D6D}" type="presParOf" srcId="{11ED35B7-7F57-45EF-85E2-E5C133C1938F}" destId="{669F26B2-E2D1-4BF2-8B20-40256EE4BC8D}" srcOrd="1" destOrd="0" presId="urn:microsoft.com/office/officeart/2008/layout/LinedList"/>
    <dgm:cxn modelId="{624B9058-70D7-4339-BA21-CF7FBAAF569E}" type="presParOf" srcId="{669F26B2-E2D1-4BF2-8B20-40256EE4BC8D}" destId="{55033783-63FC-4723-AEC8-C746B4F7F83C}" srcOrd="0" destOrd="0" presId="urn:microsoft.com/office/officeart/2008/layout/LinedList"/>
    <dgm:cxn modelId="{EC3370EE-211E-4CA5-90AB-33CC65288535}" type="presParOf" srcId="{669F26B2-E2D1-4BF2-8B20-40256EE4BC8D}" destId="{02A520D6-B7AF-4916-A85E-7E71B7EDAB37}" srcOrd="1" destOrd="0" presId="urn:microsoft.com/office/officeart/2008/layout/LinedList"/>
    <dgm:cxn modelId="{2A211E5A-BBFA-4879-89D2-B59F260CCB71}" type="presParOf" srcId="{669F26B2-E2D1-4BF2-8B20-40256EE4BC8D}" destId="{3D14ACCB-691B-4F94-85B2-C7B43B5F0DAF}" srcOrd="2" destOrd="0" presId="urn:microsoft.com/office/officeart/2008/layout/LinedList"/>
    <dgm:cxn modelId="{58F43C80-4FCD-41EA-9658-6C626A920178}" type="presParOf" srcId="{11ED35B7-7F57-45EF-85E2-E5C133C1938F}" destId="{717CC5FB-B1A5-4AE8-BE27-1F854E7B5AB1}" srcOrd="2" destOrd="0" presId="urn:microsoft.com/office/officeart/2008/layout/LinedList"/>
    <dgm:cxn modelId="{545B6C70-8358-4BA4-B00F-51021AB891D7}" type="presParOf" srcId="{11ED35B7-7F57-45EF-85E2-E5C133C1938F}" destId="{19EBAF69-D221-412C-B51A-92E82315354C}" srcOrd="3" destOrd="0" presId="urn:microsoft.com/office/officeart/2008/layout/LinedList"/>
    <dgm:cxn modelId="{EBD73282-594F-49B2-9668-EA1A86D919BD}" type="presParOf" srcId="{10E7B595-2487-4E73-AD1F-F9A0DB0C1F1A}" destId="{79D17D3B-AA6E-4B92-B518-DE6F5E628528}" srcOrd="4" destOrd="0" presId="urn:microsoft.com/office/officeart/2008/layout/LinedList"/>
    <dgm:cxn modelId="{24C7CD34-EC1F-49C7-B5DC-E4B6C1E472B3}" type="presParOf" srcId="{10E7B595-2487-4E73-AD1F-F9A0DB0C1F1A}" destId="{F3A37B69-1E3D-4A90-9EA5-38AD3B5A7EF0}" srcOrd="5" destOrd="0" presId="urn:microsoft.com/office/officeart/2008/layout/LinedList"/>
    <dgm:cxn modelId="{58BEF443-010F-4665-A9D6-B173A5AF1E4A}" type="presParOf" srcId="{F3A37B69-1E3D-4A90-9EA5-38AD3B5A7EF0}" destId="{88346581-5F2B-4D89-A0E8-8DD079A71F81}" srcOrd="0" destOrd="0" presId="urn:microsoft.com/office/officeart/2008/layout/LinedList"/>
    <dgm:cxn modelId="{46F2DD65-6C72-4B9E-9D7F-2B26CF808064}" type="presParOf" srcId="{F3A37B69-1E3D-4A90-9EA5-38AD3B5A7EF0}" destId="{06A15210-C2C5-4AC4-A598-F436DFDEC266}" srcOrd="1" destOrd="0" presId="urn:microsoft.com/office/officeart/2008/layout/LinedList"/>
    <dgm:cxn modelId="{CEC9B7B3-BF62-47DE-ABE5-E02301676911}" type="presParOf" srcId="{06A15210-C2C5-4AC4-A598-F436DFDEC266}" destId="{26A81581-9CD0-49AB-A803-D67383A75D11}" srcOrd="0" destOrd="0" presId="urn:microsoft.com/office/officeart/2008/layout/LinedList"/>
    <dgm:cxn modelId="{ED9EF860-9218-43F0-BC0F-D7710F84E4AE}" type="presParOf" srcId="{06A15210-C2C5-4AC4-A598-F436DFDEC266}" destId="{A6E55787-DC57-44C2-956E-359FA00FC383}" srcOrd="1" destOrd="0" presId="urn:microsoft.com/office/officeart/2008/layout/LinedList"/>
    <dgm:cxn modelId="{459AFD88-466E-4D69-B66A-A5E6911BDACA}" type="presParOf" srcId="{A6E55787-DC57-44C2-956E-359FA00FC383}" destId="{79B426D9-EDBF-41E2-A212-C90F5B89A74A}" srcOrd="0" destOrd="0" presId="urn:microsoft.com/office/officeart/2008/layout/LinedList"/>
    <dgm:cxn modelId="{CC4D7313-5569-4FB1-B06F-1A6308C55CB7}" type="presParOf" srcId="{A6E55787-DC57-44C2-956E-359FA00FC383}" destId="{EDB7E477-4C30-44FF-BE3D-CB9081BEE58F}" srcOrd="1" destOrd="0" presId="urn:microsoft.com/office/officeart/2008/layout/LinedList"/>
    <dgm:cxn modelId="{1D728534-5304-4024-9E3B-90573B6D14C1}" type="presParOf" srcId="{A6E55787-DC57-44C2-956E-359FA00FC383}" destId="{AD23412F-804C-401C-8448-BEF8BD495273}" srcOrd="2" destOrd="0" presId="urn:microsoft.com/office/officeart/2008/layout/LinedList"/>
    <dgm:cxn modelId="{23E66F93-073B-47C8-BA0D-D67DF9769486}" type="presParOf" srcId="{06A15210-C2C5-4AC4-A598-F436DFDEC266}" destId="{C33A2478-9161-4644-B7FC-778A24172852}" srcOrd="2" destOrd="0" presId="urn:microsoft.com/office/officeart/2008/layout/LinedList"/>
    <dgm:cxn modelId="{13103D26-A215-4E8E-9945-2A73DF0D791F}" type="presParOf" srcId="{06A15210-C2C5-4AC4-A598-F436DFDEC266}" destId="{427748BC-1C48-41A6-92F7-1A5C8129CB11}" srcOrd="3" destOrd="0" presId="urn:microsoft.com/office/officeart/2008/layout/LinedList"/>
    <dgm:cxn modelId="{588D6912-C5AF-43D3-BCA5-69D2B5F12AEE}" type="presParOf" srcId="{10E7B595-2487-4E73-AD1F-F9A0DB0C1F1A}" destId="{AD3A33B2-A2DB-480A-9066-F110092B03DF}" srcOrd="6" destOrd="0" presId="urn:microsoft.com/office/officeart/2008/layout/LinedList"/>
    <dgm:cxn modelId="{A8F4EF75-452E-4C87-95DD-F65A72B115DD}" type="presParOf" srcId="{10E7B595-2487-4E73-AD1F-F9A0DB0C1F1A}" destId="{81DFDCB2-F6DA-4911-A7A9-E6FE22BC2D3A}" srcOrd="7" destOrd="0" presId="urn:microsoft.com/office/officeart/2008/layout/LinedList"/>
    <dgm:cxn modelId="{E4DD5F2B-43F2-45E6-99B2-7B492E9AF818}" type="presParOf" srcId="{81DFDCB2-F6DA-4911-A7A9-E6FE22BC2D3A}" destId="{AD98D792-4763-4BB6-BA56-E285E140A7C4}" srcOrd="0" destOrd="0" presId="urn:microsoft.com/office/officeart/2008/layout/LinedList"/>
    <dgm:cxn modelId="{05084EEA-2FAD-4903-BF09-817C3EDDF1D1}" type="presParOf" srcId="{81DFDCB2-F6DA-4911-A7A9-E6FE22BC2D3A}" destId="{81C974F3-F9B1-49C3-93D1-F16786D7FBAE}" srcOrd="1" destOrd="0" presId="urn:microsoft.com/office/officeart/2008/layout/LinedList"/>
    <dgm:cxn modelId="{BADB1F0F-FF6D-41B0-A30A-14B277CDCFC7}" type="presParOf" srcId="{81C974F3-F9B1-49C3-93D1-F16786D7FBAE}" destId="{0F73E2C8-D952-4FD9-9108-F570E6518389}" srcOrd="0" destOrd="0" presId="urn:microsoft.com/office/officeart/2008/layout/LinedList"/>
    <dgm:cxn modelId="{33D30858-6DED-4AB6-BC74-295A33E06D88}" type="presParOf" srcId="{81C974F3-F9B1-49C3-93D1-F16786D7FBAE}" destId="{E5ED4BDD-DDEE-466E-BD92-096E3CFB8EDE}" srcOrd="1" destOrd="0" presId="urn:microsoft.com/office/officeart/2008/layout/LinedList"/>
    <dgm:cxn modelId="{79EA2D47-A604-48F2-BC89-449C589F47A9}" type="presParOf" srcId="{E5ED4BDD-DDEE-466E-BD92-096E3CFB8EDE}" destId="{0B2C5FB4-A869-4AE0-B657-F111533EB87D}" srcOrd="0" destOrd="0" presId="urn:microsoft.com/office/officeart/2008/layout/LinedList"/>
    <dgm:cxn modelId="{D86AD433-C523-4976-90DB-98D93AD34884}" type="presParOf" srcId="{E5ED4BDD-DDEE-466E-BD92-096E3CFB8EDE}" destId="{2FBEF7D8-D790-4CF3-A85B-8E7F6A2819D6}" srcOrd="1" destOrd="0" presId="urn:microsoft.com/office/officeart/2008/layout/LinedList"/>
    <dgm:cxn modelId="{D5D2140D-AF2E-44CE-99CE-7B51E904753A}" type="presParOf" srcId="{E5ED4BDD-DDEE-466E-BD92-096E3CFB8EDE}" destId="{DEE8DBF8-E7DE-420F-AF75-0781C8A85384}" srcOrd="2" destOrd="0" presId="urn:microsoft.com/office/officeart/2008/layout/LinedList"/>
    <dgm:cxn modelId="{189C9D3A-2E01-4B32-BE2D-65B6B21FDABE}" type="presParOf" srcId="{81C974F3-F9B1-49C3-93D1-F16786D7FBAE}" destId="{4DA0CDC0-74AC-4C77-B1DD-D1A91AF8F8BB}" srcOrd="2" destOrd="0" presId="urn:microsoft.com/office/officeart/2008/layout/LinedList"/>
    <dgm:cxn modelId="{5860B7F6-598C-43F9-A14F-0E18D6A38CF4}" type="presParOf" srcId="{81C974F3-F9B1-49C3-93D1-F16786D7FBAE}" destId="{25AC5E22-7F69-464C-BD41-8FC24A832C17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80FEDB-CBF7-4BC8-B102-B59240FB2A68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7D5EDA-3AE7-4103-972C-75D81F42A70F}">
      <dsp:nvSpPr>
        <dsp:cNvPr id="0" name=""/>
        <dsp:cNvSpPr/>
      </dsp:nvSpPr>
      <dsp:spPr>
        <a:xfrm>
          <a:off x="0" y="531"/>
          <a:ext cx="2103120" cy="870055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Cons</a:t>
          </a:r>
          <a:endParaRPr lang="ko-KR" altLang="en-US" sz="3600" kern="1200" dirty="0"/>
        </a:p>
      </dsp:txBody>
      <dsp:txXfrm>
        <a:off x="0" y="531"/>
        <a:ext cx="2103120" cy="870055"/>
      </dsp:txXfrm>
    </dsp:sp>
    <dsp:sp modelId="{39510078-7D2E-4FF4-BCCC-4430F674FA7F}">
      <dsp:nvSpPr>
        <dsp:cNvPr id="0" name=""/>
        <dsp:cNvSpPr/>
      </dsp:nvSpPr>
      <dsp:spPr>
        <a:xfrm>
          <a:off x="2260854" y="40040"/>
          <a:ext cx="8254746" cy="790186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Constant values</a:t>
          </a:r>
          <a:endParaRPr lang="ko-KR" altLang="en-US" sz="3600" kern="1200" dirty="0"/>
        </a:p>
      </dsp:txBody>
      <dsp:txXfrm>
        <a:off x="2260854" y="40040"/>
        <a:ext cx="8254746" cy="790186"/>
      </dsp:txXfrm>
    </dsp:sp>
    <dsp:sp modelId="{C32E9831-4BE0-4C95-842F-E656D44DA9D2}">
      <dsp:nvSpPr>
        <dsp:cNvPr id="0" name=""/>
        <dsp:cNvSpPr/>
      </dsp:nvSpPr>
      <dsp:spPr>
        <a:xfrm>
          <a:off x="2103120" y="83022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10000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8C8D6-BF46-4D7E-AB4D-DD44C1609A3D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1EBBE9-0C78-428E-B9F7-1B7CF553238D}">
      <dsp:nvSpPr>
        <dsp:cNvPr id="0" name=""/>
        <dsp:cNvSpPr/>
      </dsp:nvSpPr>
      <dsp:spPr>
        <a:xfrm>
          <a:off x="0" y="870586"/>
          <a:ext cx="2103120" cy="870055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Customer</a:t>
          </a:r>
          <a:endParaRPr lang="ko-KR" altLang="en-US" sz="3600" kern="1200" dirty="0"/>
        </a:p>
      </dsp:txBody>
      <dsp:txXfrm>
        <a:off x="0" y="870586"/>
        <a:ext cx="2103120" cy="870055"/>
      </dsp:txXfrm>
    </dsp:sp>
    <dsp:sp modelId="{FA6A8EFB-BB44-4A57-821D-B12886A9B503}">
      <dsp:nvSpPr>
        <dsp:cNvPr id="0" name=""/>
        <dsp:cNvSpPr/>
      </dsp:nvSpPr>
      <dsp:spPr>
        <a:xfrm>
          <a:off x="2260854" y="910095"/>
          <a:ext cx="8254746" cy="790186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Object that have data of single order</a:t>
          </a:r>
          <a:endParaRPr lang="ko-KR" altLang="en-US" sz="3600" kern="1200" dirty="0"/>
        </a:p>
      </dsp:txBody>
      <dsp:txXfrm>
        <a:off x="2260854" y="910095"/>
        <a:ext cx="8254746" cy="790186"/>
      </dsp:txXfrm>
    </dsp:sp>
    <dsp:sp modelId="{9769CB50-8A57-4E91-9C86-B0361D621406}">
      <dsp:nvSpPr>
        <dsp:cNvPr id="0" name=""/>
        <dsp:cNvSpPr/>
      </dsp:nvSpPr>
      <dsp:spPr>
        <a:xfrm>
          <a:off x="2103120" y="170028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10000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228F0-4B4E-440F-8DC6-39B6C2858B29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1C67B25-0CB8-49E0-A75E-533B97A45088}">
      <dsp:nvSpPr>
        <dsp:cNvPr id="0" name=""/>
        <dsp:cNvSpPr/>
      </dsp:nvSpPr>
      <dsp:spPr>
        <a:xfrm>
          <a:off x="0" y="1740641"/>
          <a:ext cx="2103120" cy="870055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Input</a:t>
          </a:r>
          <a:endParaRPr lang="ko-KR" altLang="en-US" sz="3600" kern="1200" dirty="0"/>
        </a:p>
      </dsp:txBody>
      <dsp:txXfrm>
        <a:off x="0" y="1740641"/>
        <a:ext cx="2103120" cy="870055"/>
      </dsp:txXfrm>
    </dsp:sp>
    <dsp:sp modelId="{4480208E-8DB3-492C-9B37-2726AABAA496}">
      <dsp:nvSpPr>
        <dsp:cNvPr id="0" name=""/>
        <dsp:cNvSpPr/>
      </dsp:nvSpPr>
      <dsp:spPr>
        <a:xfrm>
          <a:off x="2260854" y="1780150"/>
          <a:ext cx="8254746" cy="790186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Use to get data from console</a:t>
          </a:r>
          <a:endParaRPr lang="ko-KR" altLang="en-US" sz="3600" kern="1200" dirty="0"/>
        </a:p>
      </dsp:txBody>
      <dsp:txXfrm>
        <a:off x="2260854" y="1780150"/>
        <a:ext cx="8254746" cy="790186"/>
      </dsp:txXfrm>
    </dsp:sp>
    <dsp:sp modelId="{494DCCA9-615F-41EE-B076-4E205B37ACE5}">
      <dsp:nvSpPr>
        <dsp:cNvPr id="0" name=""/>
        <dsp:cNvSpPr/>
      </dsp:nvSpPr>
      <dsp:spPr>
        <a:xfrm>
          <a:off x="2103120" y="257033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10000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D17D3B-AA6E-4B92-B518-DE6F5E628528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346581-5F2B-4D89-A0E8-8DD079A71F81}">
      <dsp:nvSpPr>
        <dsp:cNvPr id="0" name=""/>
        <dsp:cNvSpPr/>
      </dsp:nvSpPr>
      <dsp:spPr>
        <a:xfrm>
          <a:off x="0" y="2610696"/>
          <a:ext cx="2103120" cy="870055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Output</a:t>
          </a:r>
          <a:endParaRPr lang="ko-KR" altLang="en-US" sz="3600" kern="1200" dirty="0"/>
        </a:p>
      </dsp:txBody>
      <dsp:txXfrm>
        <a:off x="0" y="2610696"/>
        <a:ext cx="2103120" cy="870055"/>
      </dsp:txXfrm>
    </dsp:sp>
    <dsp:sp modelId="{EDB7E477-4C30-44FF-BE3D-CB9081BEE58F}">
      <dsp:nvSpPr>
        <dsp:cNvPr id="0" name=""/>
        <dsp:cNvSpPr/>
      </dsp:nvSpPr>
      <dsp:spPr>
        <a:xfrm>
          <a:off x="2260854" y="2650205"/>
          <a:ext cx="8254746" cy="790186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Use to print data to console and csv file</a:t>
          </a:r>
          <a:endParaRPr lang="ko-KR" altLang="en-US" sz="3600" kern="1200" dirty="0"/>
        </a:p>
      </dsp:txBody>
      <dsp:txXfrm>
        <a:off x="2260854" y="2650205"/>
        <a:ext cx="8254746" cy="790186"/>
      </dsp:txXfrm>
    </dsp:sp>
    <dsp:sp modelId="{C33A2478-9161-4644-B7FC-778A24172852}">
      <dsp:nvSpPr>
        <dsp:cNvPr id="0" name=""/>
        <dsp:cNvSpPr/>
      </dsp:nvSpPr>
      <dsp:spPr>
        <a:xfrm>
          <a:off x="2103120" y="344039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10000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A33B2-A2DB-480A-9066-F110092B03DF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D98D792-4763-4BB6-BA56-E285E140A7C4}">
      <dsp:nvSpPr>
        <dsp:cNvPr id="0" name=""/>
        <dsp:cNvSpPr/>
      </dsp:nvSpPr>
      <dsp:spPr>
        <a:xfrm>
          <a:off x="0" y="3480751"/>
          <a:ext cx="2103120" cy="870055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Ticket</a:t>
          </a:r>
          <a:endParaRPr lang="ko-KR" altLang="en-US" sz="3600" kern="1200" dirty="0"/>
        </a:p>
      </dsp:txBody>
      <dsp:txXfrm>
        <a:off x="0" y="3480751"/>
        <a:ext cx="2103120" cy="870055"/>
      </dsp:txXfrm>
    </dsp:sp>
    <dsp:sp modelId="{2FBEF7D8-D790-4CF3-A85B-8E7F6A2819D6}">
      <dsp:nvSpPr>
        <dsp:cNvPr id="0" name=""/>
        <dsp:cNvSpPr/>
      </dsp:nvSpPr>
      <dsp:spPr>
        <a:xfrm>
          <a:off x="2260854" y="3520261"/>
          <a:ext cx="8254746" cy="790186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Work purchase process</a:t>
          </a:r>
          <a:endParaRPr lang="ko-KR" altLang="en-US" sz="3600" kern="1200" dirty="0"/>
        </a:p>
      </dsp:txBody>
      <dsp:txXfrm>
        <a:off x="2260854" y="3520261"/>
        <a:ext cx="8254746" cy="790186"/>
      </dsp:txXfrm>
    </dsp:sp>
    <dsp:sp modelId="{4DA0CDC0-74AC-4C77-B1DD-D1A91AF8F8BB}">
      <dsp:nvSpPr>
        <dsp:cNvPr id="0" name=""/>
        <dsp:cNvSpPr/>
      </dsp:nvSpPr>
      <dsp:spPr>
        <a:xfrm>
          <a:off x="2103120" y="431044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10000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A8C8D6-BF46-4D7E-AB4D-DD44C1609A3D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1EBBE9-0C78-428E-B9F7-1B7CF553238D}">
      <dsp:nvSpPr>
        <dsp:cNvPr id="0" name=""/>
        <dsp:cNvSpPr/>
      </dsp:nvSpPr>
      <dsp:spPr>
        <a:xfrm>
          <a:off x="0" y="0"/>
          <a:ext cx="2103120" cy="1087834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 err="1">
              <a:latin typeface="+mn-lt"/>
            </a:rPr>
            <a:t>OrderLine</a:t>
          </a:r>
          <a:endParaRPr lang="ko-KR" altLang="en-US" sz="3500" kern="1200" dirty="0">
            <a:latin typeface="+mn-lt"/>
          </a:endParaRPr>
        </a:p>
      </dsp:txBody>
      <dsp:txXfrm>
        <a:off x="0" y="0"/>
        <a:ext cx="2103120" cy="1087834"/>
      </dsp:txXfrm>
    </dsp:sp>
    <dsp:sp modelId="{FA6A8EFB-BB44-4A57-821D-B12886A9B503}">
      <dsp:nvSpPr>
        <dsp:cNvPr id="0" name=""/>
        <dsp:cNvSpPr/>
      </dsp:nvSpPr>
      <dsp:spPr>
        <a:xfrm>
          <a:off x="2260854" y="49398"/>
          <a:ext cx="8254746" cy="987974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>
              <a:latin typeface="+mn-lt"/>
            </a:rPr>
            <a:t>Object that have data of single line from file</a:t>
          </a:r>
          <a:endParaRPr lang="ko-KR" altLang="en-US" sz="3500" kern="1200" dirty="0">
            <a:latin typeface="+mn-lt"/>
          </a:endParaRPr>
        </a:p>
      </dsp:txBody>
      <dsp:txXfrm>
        <a:off x="2260854" y="49398"/>
        <a:ext cx="8254746" cy="987974"/>
      </dsp:txXfrm>
    </dsp:sp>
    <dsp:sp modelId="{9769CB50-8A57-4E91-9C86-B0361D621406}">
      <dsp:nvSpPr>
        <dsp:cNvPr id="0" name=""/>
        <dsp:cNvSpPr/>
      </dsp:nvSpPr>
      <dsp:spPr>
        <a:xfrm>
          <a:off x="2103120" y="1037373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10000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228F0-4B4E-440F-8DC6-39B6C2858B29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1C67B25-0CB8-49E0-A75E-533B97A45088}">
      <dsp:nvSpPr>
        <dsp:cNvPr id="0" name=""/>
        <dsp:cNvSpPr/>
      </dsp:nvSpPr>
      <dsp:spPr>
        <a:xfrm>
          <a:off x="0" y="1087834"/>
          <a:ext cx="2103120" cy="1087834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 err="1">
              <a:latin typeface="+mn-lt"/>
            </a:rPr>
            <a:t>ReadFile</a:t>
          </a:r>
          <a:endParaRPr lang="ko-KR" altLang="en-US" sz="3500" kern="1200" dirty="0">
            <a:latin typeface="+mn-lt"/>
          </a:endParaRPr>
        </a:p>
      </dsp:txBody>
      <dsp:txXfrm>
        <a:off x="0" y="1087834"/>
        <a:ext cx="2103120" cy="1087834"/>
      </dsp:txXfrm>
    </dsp:sp>
    <dsp:sp modelId="{02A520D6-B7AF-4916-A85E-7E71B7EDAB37}">
      <dsp:nvSpPr>
        <dsp:cNvPr id="0" name=""/>
        <dsp:cNvSpPr/>
      </dsp:nvSpPr>
      <dsp:spPr>
        <a:xfrm>
          <a:off x="2260854" y="1137233"/>
          <a:ext cx="8254746" cy="987974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>
              <a:latin typeface="+mn-lt"/>
            </a:rPr>
            <a:t>Use to read data from csv file</a:t>
          </a:r>
          <a:endParaRPr lang="ko-KR" altLang="en-US" sz="3500" kern="1200" dirty="0">
            <a:latin typeface="+mn-lt"/>
          </a:endParaRPr>
        </a:p>
      </dsp:txBody>
      <dsp:txXfrm>
        <a:off x="2260854" y="1137233"/>
        <a:ext cx="8254746" cy="987974"/>
      </dsp:txXfrm>
    </dsp:sp>
    <dsp:sp modelId="{717CC5FB-B1A5-4AE8-BE27-1F854E7B5AB1}">
      <dsp:nvSpPr>
        <dsp:cNvPr id="0" name=""/>
        <dsp:cNvSpPr/>
      </dsp:nvSpPr>
      <dsp:spPr>
        <a:xfrm>
          <a:off x="2103120" y="212520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10000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D17D3B-AA6E-4B92-B518-DE6F5E628528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346581-5F2B-4D89-A0E8-8DD079A71F81}">
      <dsp:nvSpPr>
        <dsp:cNvPr id="0" name=""/>
        <dsp:cNvSpPr/>
      </dsp:nvSpPr>
      <dsp:spPr>
        <a:xfrm>
          <a:off x="0" y="2175669"/>
          <a:ext cx="2103120" cy="1087834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 err="1">
              <a:latin typeface="+mn-lt"/>
            </a:rPr>
            <a:t>PrintFile</a:t>
          </a:r>
          <a:endParaRPr lang="ko-KR" altLang="en-US" sz="3500" kern="1200" dirty="0">
            <a:latin typeface="+mn-lt"/>
          </a:endParaRPr>
        </a:p>
      </dsp:txBody>
      <dsp:txXfrm>
        <a:off x="0" y="2175669"/>
        <a:ext cx="2103120" cy="1087834"/>
      </dsp:txXfrm>
    </dsp:sp>
    <dsp:sp modelId="{EDB7E477-4C30-44FF-BE3D-CB9081BEE58F}">
      <dsp:nvSpPr>
        <dsp:cNvPr id="0" name=""/>
        <dsp:cNvSpPr/>
      </dsp:nvSpPr>
      <dsp:spPr>
        <a:xfrm>
          <a:off x="2260854" y="2225067"/>
          <a:ext cx="8254746" cy="987974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>
              <a:latin typeface="+mn-lt"/>
            </a:rPr>
            <a:t>Use to print data to console and csv file</a:t>
          </a:r>
          <a:endParaRPr lang="ko-KR" altLang="en-US" sz="3500" kern="1200" dirty="0">
            <a:latin typeface="+mn-lt"/>
          </a:endParaRPr>
        </a:p>
      </dsp:txBody>
      <dsp:txXfrm>
        <a:off x="2260854" y="2225067"/>
        <a:ext cx="8254746" cy="987974"/>
      </dsp:txXfrm>
    </dsp:sp>
    <dsp:sp modelId="{C33A2478-9161-4644-B7FC-778A24172852}">
      <dsp:nvSpPr>
        <dsp:cNvPr id="0" name=""/>
        <dsp:cNvSpPr/>
      </dsp:nvSpPr>
      <dsp:spPr>
        <a:xfrm>
          <a:off x="2103120" y="321304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10000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A33B2-A2DB-480A-9066-F110092B03DF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D98D792-4763-4BB6-BA56-E285E140A7C4}">
      <dsp:nvSpPr>
        <dsp:cNvPr id="0" name=""/>
        <dsp:cNvSpPr/>
      </dsp:nvSpPr>
      <dsp:spPr>
        <a:xfrm>
          <a:off x="0" y="3263503"/>
          <a:ext cx="2103120" cy="1087834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>
              <a:latin typeface="+mn-lt"/>
            </a:rPr>
            <a:t>Statistic</a:t>
          </a:r>
          <a:endParaRPr lang="ko-KR" altLang="en-US" sz="3500" kern="1200" dirty="0">
            <a:latin typeface="+mn-lt"/>
          </a:endParaRPr>
        </a:p>
      </dsp:txBody>
      <dsp:txXfrm>
        <a:off x="0" y="3263503"/>
        <a:ext cx="2103120" cy="1087834"/>
      </dsp:txXfrm>
    </dsp:sp>
    <dsp:sp modelId="{2FBEF7D8-D790-4CF3-A85B-8E7F6A2819D6}">
      <dsp:nvSpPr>
        <dsp:cNvPr id="0" name=""/>
        <dsp:cNvSpPr/>
      </dsp:nvSpPr>
      <dsp:spPr>
        <a:xfrm>
          <a:off x="2260854" y="3312902"/>
          <a:ext cx="8254746" cy="987974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500" kern="1200" dirty="0">
              <a:latin typeface="+mn-lt"/>
            </a:rPr>
            <a:t>Work statistic process</a:t>
          </a:r>
          <a:endParaRPr lang="ko-KR" altLang="en-US" sz="3500" kern="1200" dirty="0">
            <a:latin typeface="+mn-lt"/>
          </a:endParaRPr>
        </a:p>
      </dsp:txBody>
      <dsp:txXfrm>
        <a:off x="2260854" y="3312902"/>
        <a:ext cx="8254746" cy="987974"/>
      </dsp:txXfrm>
    </dsp:sp>
    <dsp:sp modelId="{4DA0CDC0-74AC-4C77-B1DD-D1A91AF8F8BB}">
      <dsp:nvSpPr>
        <dsp:cNvPr id="0" name=""/>
        <dsp:cNvSpPr/>
      </dsp:nvSpPr>
      <dsp:spPr>
        <a:xfrm>
          <a:off x="2103120" y="430087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10000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86754-E61E-4463-AF0F-5FF9F28DBFC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DBF56-621D-4862-905B-9AFAFA935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062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86754-E61E-4463-AF0F-5FF9F28DBFC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DBF56-621D-4862-905B-9AFAFA935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81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86754-E61E-4463-AF0F-5FF9F28DBFC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DBF56-621D-4862-905B-9AFAFA935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78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86754-E61E-4463-AF0F-5FF9F28DBFC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DBF56-621D-4862-905B-9AFAFA935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734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86754-E61E-4463-AF0F-5FF9F28DBFC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DBF56-621D-4862-905B-9AFAFA935BC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49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86754-E61E-4463-AF0F-5FF9F28DBFC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DBF56-621D-4862-905B-9AFAFA935BC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08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86754-E61E-4463-AF0F-5FF9F28DBFC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DBF56-621D-4862-905B-9AFAFA935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00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86754-E61E-4463-AF0F-5FF9F28DBFC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DBF56-621D-4862-905B-9AFAFA935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898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86754-E61E-4463-AF0F-5FF9F28DBFC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DBF56-621D-4862-905B-9AFAFA935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550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86754-E61E-4463-AF0F-5FF9F28DBFC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DBF56-621D-4862-905B-9AFAFA935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19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86754-E61E-4463-AF0F-5FF9F28DBFC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DBF56-621D-4862-905B-9AFAFA935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46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FC86754-E61E-4463-AF0F-5FF9F28DBFC9}" type="datetimeFigureOut">
              <a:rPr lang="ko-KR" altLang="en-US" smtClean="0"/>
              <a:t>2021-04-20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DBF56-621D-4862-905B-9AFAFA935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09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758FC-7A55-4374-8CD6-DC5E27EBEB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spc="600" dirty="0"/>
              <a:t>EVERLAND PROJECT</a:t>
            </a:r>
            <a:endParaRPr lang="ko-KR" altLang="en-US" b="1" spc="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3B816E-D5A0-4E7B-8D5B-E5830B71A4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kopo19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3295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부제목 5">
            <a:extLst>
              <a:ext uri="{FF2B5EF4-FFF2-40B4-BE49-F238E27FC236}">
                <a16:creationId xmlns:a16="http://schemas.microsoft.com/office/drawing/2014/main" id="{3BC6C03F-C67E-4F98-B0D6-26161CEF7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2122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sz="4400" dirty="0">
                <a:latin typeface="+mj-lt"/>
              </a:rPr>
              <a:t>Purchase Process</a:t>
            </a:r>
            <a:endParaRPr lang="ko-KR" alt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34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6CC96F-0DD2-47E8-AD1A-92A11574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>
                <a:latin typeface="+mn-lt"/>
              </a:rPr>
              <a:t>Purchase Class</a:t>
            </a:r>
            <a:endParaRPr lang="ko-KR" altLang="en-US" dirty="0">
              <a:latin typeface="+mn-lt"/>
            </a:endParaRP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98B214F-77FB-4E82-AA96-7791B3A83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8365526"/>
              </p:ext>
            </p:extLst>
          </p:nvPr>
        </p:nvGraphicFramePr>
        <p:xfrm>
          <a:off x="844550" y="182880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0291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5CC067-8A13-4BC7-9526-41F7C8AE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Constant Class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EC7FD1F-D110-4E3C-926A-CA23782D1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714" y="1859784"/>
            <a:ext cx="2685582" cy="42777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D64EE34-A821-4BB1-BBE2-69E779C7F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9784"/>
            <a:ext cx="3163930" cy="358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25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B2837-6787-4605-AA12-87833877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Customer Object Class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DC2ECCB-E730-46F9-A8A8-E9D179C33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4103" y="1828800"/>
            <a:ext cx="5116493" cy="4351338"/>
          </a:xfrm>
        </p:spPr>
      </p:pic>
    </p:spTree>
    <p:extLst>
      <p:ext uri="{BB962C8B-B14F-4D97-AF65-F5344CB8AC3E}">
        <p14:creationId xmlns:p14="http://schemas.microsoft.com/office/powerpoint/2010/main" val="3072572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B2837-6787-4605-AA12-87833877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Customer Object Class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BB3924-E380-4C0D-B8E6-6F3D8D6CA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68" y="1671160"/>
            <a:ext cx="2452786" cy="48272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C6B0F46-C18E-4C84-898F-59B53A02E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332" y="1534478"/>
            <a:ext cx="2348412" cy="495776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F16AB96-AF7E-4EFA-9131-1BA52816D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822" y="969118"/>
            <a:ext cx="2649552" cy="552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74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B2837-6787-4605-AA12-87833877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Input Class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35E619A-A668-4FB5-AF06-0868D62F5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6921" y="1828800"/>
            <a:ext cx="1973049" cy="4351338"/>
          </a:xfrm>
        </p:spPr>
      </p:pic>
      <p:pic>
        <p:nvPicPr>
          <p:cNvPr id="4" name="내용 개체 틀 10">
            <a:extLst>
              <a:ext uri="{FF2B5EF4-FFF2-40B4-BE49-F238E27FC236}">
                <a16:creationId xmlns:a16="http://schemas.microsoft.com/office/drawing/2014/main" id="{35519D0B-043A-4CE1-993D-0D84A6DE3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095" y="1828800"/>
            <a:ext cx="2800741" cy="16385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7EAE7D-87C3-46F4-B5CC-613EE2597784}"/>
              </a:ext>
            </a:extLst>
          </p:cNvPr>
          <p:cNvSpPr txBox="1"/>
          <p:nvPr/>
        </p:nvSpPr>
        <p:spPr>
          <a:xfrm>
            <a:off x="5800864" y="3635137"/>
            <a:ext cx="330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runInput</a:t>
            </a:r>
            <a:r>
              <a:rPr lang="en-US" altLang="ko-KR" dirty="0"/>
              <a:t> method will use in main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7102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B2837-6787-4605-AA12-87833877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Input Class – method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C5E0C8B-A170-44E5-B3DE-F24229ABD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7230" y="1828800"/>
            <a:ext cx="3930240" cy="4351338"/>
          </a:xfrm>
        </p:spPr>
      </p:pic>
    </p:spTree>
    <p:extLst>
      <p:ext uri="{BB962C8B-B14F-4D97-AF65-F5344CB8AC3E}">
        <p14:creationId xmlns:p14="http://schemas.microsoft.com/office/powerpoint/2010/main" val="4288535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B2837-6787-4605-AA12-87833877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Input Class – method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EA67E65E-297E-4839-A819-739BE8FCB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5315" y="1828800"/>
            <a:ext cx="3814070" cy="4351338"/>
          </a:xfrm>
        </p:spPr>
      </p:pic>
    </p:spTree>
    <p:extLst>
      <p:ext uri="{BB962C8B-B14F-4D97-AF65-F5344CB8AC3E}">
        <p14:creationId xmlns:p14="http://schemas.microsoft.com/office/powerpoint/2010/main" val="327696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B2837-6787-4605-AA12-87833877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Input Class – method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068A90E-CB3C-4FE5-9CF1-67B2E222D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2413" y="1828800"/>
            <a:ext cx="4019874" cy="4351338"/>
          </a:xfrm>
        </p:spPr>
      </p:pic>
    </p:spTree>
    <p:extLst>
      <p:ext uri="{BB962C8B-B14F-4D97-AF65-F5344CB8AC3E}">
        <p14:creationId xmlns:p14="http://schemas.microsoft.com/office/powerpoint/2010/main" val="518777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B2837-6787-4605-AA12-87833877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Class – method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E669023-6FC8-48D3-80EA-3C6544A21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2056" y="2089677"/>
            <a:ext cx="5820587" cy="3829584"/>
          </a:xfrm>
        </p:spPr>
      </p:pic>
    </p:spTree>
    <p:extLst>
      <p:ext uri="{BB962C8B-B14F-4D97-AF65-F5344CB8AC3E}">
        <p14:creationId xmlns:p14="http://schemas.microsoft.com/office/powerpoint/2010/main" val="541334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B2837-6787-4605-AA12-87833877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Class – method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21B8E4B-748E-425F-8997-3D0FC2134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6714" y="1828800"/>
            <a:ext cx="4711271" cy="4351338"/>
          </a:xfrm>
        </p:spPr>
      </p:pic>
    </p:spTree>
    <p:extLst>
      <p:ext uri="{BB962C8B-B14F-4D97-AF65-F5344CB8AC3E}">
        <p14:creationId xmlns:p14="http://schemas.microsoft.com/office/powerpoint/2010/main" val="1303155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B2837-6787-4605-AA12-87833877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Ticket Class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01C942A-B57E-483A-AEBE-985339CA0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8266" y="1828800"/>
            <a:ext cx="3388168" cy="4351338"/>
          </a:xfrm>
        </p:spPr>
      </p:pic>
    </p:spTree>
    <p:extLst>
      <p:ext uri="{BB962C8B-B14F-4D97-AF65-F5344CB8AC3E}">
        <p14:creationId xmlns:p14="http://schemas.microsoft.com/office/powerpoint/2010/main" val="1098617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B2837-6787-4605-AA12-87833877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Ticket Class – method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DF92332-23B3-4109-9381-D2B2AEEDBB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2629" y="1828800"/>
            <a:ext cx="3873884" cy="4351338"/>
          </a:xfr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C8B32EB-90EE-4439-9906-EF4CF7F19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493" y="1824896"/>
            <a:ext cx="2642043" cy="435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874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B2837-6787-4605-AA12-87833877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Ticket Class – method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343C365-E384-46C1-B868-F32C5392AA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0681" y="1828800"/>
            <a:ext cx="3923337" cy="4351338"/>
          </a:xfrm>
        </p:spPr>
      </p:pic>
    </p:spTree>
    <p:extLst>
      <p:ext uri="{BB962C8B-B14F-4D97-AF65-F5344CB8AC3E}">
        <p14:creationId xmlns:p14="http://schemas.microsoft.com/office/powerpoint/2010/main" val="3229528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B2837-6787-4605-AA12-87833877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0F7249E-C042-4376-AE0D-A17E28403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2902" y="1828800"/>
            <a:ext cx="4538895" cy="4351338"/>
          </a:xfrm>
        </p:spPr>
      </p:pic>
    </p:spTree>
    <p:extLst>
      <p:ext uri="{BB962C8B-B14F-4D97-AF65-F5344CB8AC3E}">
        <p14:creationId xmlns:p14="http://schemas.microsoft.com/office/powerpoint/2010/main" val="1542560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부제목 5">
            <a:extLst>
              <a:ext uri="{FF2B5EF4-FFF2-40B4-BE49-F238E27FC236}">
                <a16:creationId xmlns:a16="http://schemas.microsoft.com/office/drawing/2014/main" id="{3BC6C03F-C67E-4F98-B0D6-26161CEF7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2122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sz="4400" dirty="0">
                <a:latin typeface="+mj-lt"/>
              </a:rPr>
              <a:t>Statistic Process</a:t>
            </a:r>
            <a:endParaRPr lang="ko-KR" alt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33936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6CC96F-0DD2-47E8-AD1A-92A11574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>
                <a:latin typeface="+mn-lt"/>
              </a:rPr>
              <a:t>Statistic Class</a:t>
            </a:r>
            <a:endParaRPr lang="ko-KR" altLang="en-US" dirty="0">
              <a:latin typeface="+mn-lt"/>
            </a:endParaRP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98B214F-77FB-4E82-AA96-7791B3A83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078437"/>
              </p:ext>
            </p:extLst>
          </p:nvPr>
        </p:nvGraphicFramePr>
        <p:xfrm>
          <a:off x="844550" y="182880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9958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B33F-78D4-4EA9-9308-A32E82E4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OrderLine</a:t>
            </a:r>
            <a:r>
              <a:rPr lang="en-US" altLang="ko-KR" dirty="0"/>
              <a:t> Object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0098BC5-4C0A-4EA9-B768-B622134A0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4251" y="1828800"/>
            <a:ext cx="6216197" cy="4351338"/>
          </a:xfrm>
        </p:spPr>
      </p:pic>
    </p:spTree>
    <p:extLst>
      <p:ext uri="{BB962C8B-B14F-4D97-AF65-F5344CB8AC3E}">
        <p14:creationId xmlns:p14="http://schemas.microsoft.com/office/powerpoint/2010/main" val="1988223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B33F-78D4-4EA9-9308-A32E82E4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OrderLine</a:t>
            </a:r>
            <a:r>
              <a:rPr lang="en-US" altLang="ko-KR" dirty="0"/>
              <a:t> Object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A25167-7780-4666-B67E-B5D39398D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754" y="1996093"/>
            <a:ext cx="2172627" cy="44011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100E321-CEF2-4856-802B-D26CB50E01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780"/>
          <a:stretch/>
        </p:blipFill>
        <p:spPr>
          <a:xfrm>
            <a:off x="4624773" y="2398617"/>
            <a:ext cx="2156651" cy="399864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4ADDCB6-DF72-4475-817B-0910B6C10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816" y="694115"/>
            <a:ext cx="2707796" cy="570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96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B33F-78D4-4EA9-9308-A32E82E4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ReadFile</a:t>
            </a:r>
            <a:r>
              <a:rPr lang="en-US" altLang="ko-KR" dirty="0"/>
              <a:t> Class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2924667-93EB-44DF-AF95-D44195464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4242" y="1828800"/>
            <a:ext cx="5816216" cy="4351338"/>
          </a:xfrm>
        </p:spPr>
      </p:pic>
    </p:spTree>
    <p:extLst>
      <p:ext uri="{BB962C8B-B14F-4D97-AF65-F5344CB8AC3E}">
        <p14:creationId xmlns:p14="http://schemas.microsoft.com/office/powerpoint/2010/main" val="566889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B33F-78D4-4EA9-9308-A32E82E4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PrintFile</a:t>
            </a:r>
            <a:r>
              <a:rPr lang="en-US" altLang="ko-KR" dirty="0"/>
              <a:t> Class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2387933-BCD8-4C5D-9C83-E181D6A56E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4162" y="2189703"/>
            <a:ext cx="4296375" cy="3629532"/>
          </a:xfrm>
        </p:spPr>
      </p:pic>
    </p:spTree>
    <p:extLst>
      <p:ext uri="{BB962C8B-B14F-4D97-AF65-F5344CB8AC3E}">
        <p14:creationId xmlns:p14="http://schemas.microsoft.com/office/powerpoint/2010/main" val="3304972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B33F-78D4-4EA9-9308-A32E82E4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PrintFile</a:t>
            </a:r>
            <a:r>
              <a:rPr lang="en-US" altLang="ko-KR" dirty="0"/>
              <a:t> Class – method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0E67F0A-ED19-4832-9D04-43B4736CD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0639" y="1828800"/>
            <a:ext cx="6563421" cy="4351338"/>
          </a:xfrm>
        </p:spPr>
      </p:pic>
    </p:spTree>
    <p:extLst>
      <p:ext uri="{BB962C8B-B14F-4D97-AF65-F5344CB8AC3E}">
        <p14:creationId xmlns:p14="http://schemas.microsoft.com/office/powerpoint/2010/main" val="1053208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B33F-78D4-4EA9-9308-A32E82E4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PrintFile</a:t>
            </a:r>
            <a:r>
              <a:rPr lang="en-US" altLang="ko-KR" dirty="0"/>
              <a:t> Class – method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ADC45BE-DFA9-4996-A3FD-CD871DF28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1176" y="1828800"/>
            <a:ext cx="4982348" cy="4351338"/>
          </a:xfrm>
        </p:spPr>
      </p:pic>
    </p:spTree>
    <p:extLst>
      <p:ext uri="{BB962C8B-B14F-4D97-AF65-F5344CB8AC3E}">
        <p14:creationId xmlns:p14="http://schemas.microsoft.com/office/powerpoint/2010/main" val="3748382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B33F-78D4-4EA9-9308-A32E82E4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PrintFile</a:t>
            </a:r>
            <a:r>
              <a:rPr lang="en-US" altLang="ko-KR" dirty="0"/>
              <a:t> Class – method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BB57803-64A7-4DDF-9E97-481A23308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0852" y="1828800"/>
            <a:ext cx="6342995" cy="4351338"/>
          </a:xfrm>
        </p:spPr>
      </p:pic>
    </p:spTree>
    <p:extLst>
      <p:ext uri="{BB962C8B-B14F-4D97-AF65-F5344CB8AC3E}">
        <p14:creationId xmlns:p14="http://schemas.microsoft.com/office/powerpoint/2010/main" val="261332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B33F-78D4-4EA9-9308-A32E82E4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PrintFile</a:t>
            </a:r>
            <a:r>
              <a:rPr lang="en-US" altLang="ko-KR" dirty="0"/>
              <a:t> Class – method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122FA87-1D31-4A65-8A3F-6399D5733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8164" y="1828800"/>
            <a:ext cx="7208371" cy="4351338"/>
          </a:xfrm>
        </p:spPr>
      </p:pic>
    </p:spTree>
    <p:extLst>
      <p:ext uri="{BB962C8B-B14F-4D97-AF65-F5344CB8AC3E}">
        <p14:creationId xmlns:p14="http://schemas.microsoft.com/office/powerpoint/2010/main" val="2496032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B33F-78D4-4EA9-9308-A32E82E4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Statistic Class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D0165B9-672F-4BC3-84EE-4CA26F342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4057" y="2661256"/>
            <a:ext cx="5096586" cy="2686425"/>
          </a:xfrm>
        </p:spPr>
      </p:pic>
    </p:spTree>
    <p:extLst>
      <p:ext uri="{BB962C8B-B14F-4D97-AF65-F5344CB8AC3E}">
        <p14:creationId xmlns:p14="http://schemas.microsoft.com/office/powerpoint/2010/main" val="24762994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B33F-78D4-4EA9-9308-A32E82E4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Statistic Class – method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5920D41-5DE3-4334-82C4-96A647DE4F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4951" y="2389756"/>
            <a:ext cx="5534797" cy="3229426"/>
          </a:xfrm>
        </p:spPr>
      </p:pic>
    </p:spTree>
    <p:extLst>
      <p:ext uri="{BB962C8B-B14F-4D97-AF65-F5344CB8AC3E}">
        <p14:creationId xmlns:p14="http://schemas.microsoft.com/office/powerpoint/2010/main" val="4036303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B33F-78D4-4EA9-9308-A32E82E4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Statistic Class – method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307C69-03E9-4E2A-8EFB-334757D96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8800"/>
            <a:ext cx="3539476" cy="3875902"/>
          </a:xfrm>
          <a:prstGeom prst="rect">
            <a:avLst/>
          </a:prstGeom>
        </p:spPr>
      </p:pic>
      <p:pic>
        <p:nvPicPr>
          <p:cNvPr id="12" name="내용 개체 틀 6">
            <a:extLst>
              <a:ext uri="{FF2B5EF4-FFF2-40B4-BE49-F238E27FC236}">
                <a16:creationId xmlns:a16="http://schemas.microsoft.com/office/drawing/2014/main" id="{1319B1C1-CD2B-48B6-972F-FCC5F4934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08987" y="1828800"/>
            <a:ext cx="3109926" cy="4351338"/>
          </a:xfrm>
        </p:spPr>
      </p:pic>
    </p:spTree>
    <p:extLst>
      <p:ext uri="{BB962C8B-B14F-4D97-AF65-F5344CB8AC3E}">
        <p14:creationId xmlns:p14="http://schemas.microsoft.com/office/powerpoint/2010/main" val="221580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9F0603-833F-40EB-B061-D08B26D74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8E8D978-6AC7-4D80-B604-56037BC69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1109" y="1880097"/>
            <a:ext cx="5782482" cy="4248743"/>
          </a:xfrm>
        </p:spPr>
      </p:pic>
    </p:spTree>
    <p:extLst>
      <p:ext uri="{BB962C8B-B14F-4D97-AF65-F5344CB8AC3E}">
        <p14:creationId xmlns:p14="http://schemas.microsoft.com/office/powerpoint/2010/main" val="296081280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157</Words>
  <Application>Microsoft Office PowerPoint</Application>
  <PresentationFormat>와이드스크린</PresentationFormat>
  <Paragraphs>50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Calibri</vt:lpstr>
      <vt:lpstr>Calibri Light</vt:lpstr>
      <vt:lpstr>Wingdings 2</vt:lpstr>
      <vt:lpstr>HDOfficeLightV0</vt:lpstr>
      <vt:lpstr>EVERLAND PROJECT</vt:lpstr>
      <vt:lpstr>PowerPoint 프레젠테이션</vt:lpstr>
      <vt:lpstr>Purchase Class</vt:lpstr>
      <vt:lpstr>Constant Class</vt:lpstr>
      <vt:lpstr>Customer Object Class</vt:lpstr>
      <vt:lpstr>Customer Object Class</vt:lpstr>
      <vt:lpstr>Input Class</vt:lpstr>
      <vt:lpstr>Input Class – method</vt:lpstr>
      <vt:lpstr>Input Class – method</vt:lpstr>
      <vt:lpstr>Input Class – method</vt:lpstr>
      <vt:lpstr>Output Class – method</vt:lpstr>
      <vt:lpstr>Output Class – method</vt:lpstr>
      <vt:lpstr>Ticket Class</vt:lpstr>
      <vt:lpstr>Ticket Class – method</vt:lpstr>
      <vt:lpstr>Ticket Class – method</vt:lpstr>
      <vt:lpstr>Main</vt:lpstr>
      <vt:lpstr>PowerPoint 프레젠테이션</vt:lpstr>
      <vt:lpstr>Statistic Class</vt:lpstr>
      <vt:lpstr>OrderLine Object</vt:lpstr>
      <vt:lpstr>OrderLine Object</vt:lpstr>
      <vt:lpstr>ReadFile Class</vt:lpstr>
      <vt:lpstr>PrintFile Class</vt:lpstr>
      <vt:lpstr>PrintFile Class – method</vt:lpstr>
      <vt:lpstr>PrintFile Class – method</vt:lpstr>
      <vt:lpstr>PrintFile Class – method</vt:lpstr>
      <vt:lpstr>PrintFile Class – method</vt:lpstr>
      <vt:lpstr>Statistic Class</vt:lpstr>
      <vt:lpstr>Statistic Class – method</vt:lpstr>
      <vt:lpstr>Statistic Class – method</vt:lpstr>
      <vt:lpstr>Main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EVERLAND PROJECT</dc:title>
  <dc:creator>심 소미</dc:creator>
  <cp:lastModifiedBy>심 소미</cp:lastModifiedBy>
  <cp:revision>10</cp:revision>
  <dcterms:created xsi:type="dcterms:W3CDTF">2021-04-20T04:16:04Z</dcterms:created>
  <dcterms:modified xsi:type="dcterms:W3CDTF">2021-04-20T04:49:31Z</dcterms:modified>
</cp:coreProperties>
</file>